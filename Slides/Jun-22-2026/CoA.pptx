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69" r:id="rId4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5955" y="740410"/>
            <a:ext cx="10880725" cy="1325245"/>
          </a:xfrm>
        </p:spPr>
        <p:txBody>
          <a:bodyPr>
            <a:normAutofit/>
          </a:bodyPr>
          <a:p>
            <a:pPr marL="0" indent="0" algn="just" latinLnBrk="0"/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Graph-of-Agents: A Graph-Based Framework for Multi-Agent LLM Collaboration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342390" y="2473325"/>
            <a:ext cx="9610725" cy="1401445"/>
          </a:xfrm>
          <a:prstGeom prst="rect">
            <a:avLst/>
          </a:prstGeom>
          <a:noFill/>
          <a:ln w="9525">
            <a:noFill/>
          </a:ln>
        </p:spPr>
        <p:txBody>
          <a:bodyPr lIns="77925" tIns="38963" rIns="77925" bIns="38963"/>
          <a:lstStyle>
            <a:lvl1pPr marL="157480" indent="-157480" algn="l" defTabSz="631825" rtl="0" eaLnBrk="0" fontAlgn="base" hangingPunct="0">
              <a:lnSpc>
                <a:spcPct val="90000"/>
              </a:lnSpc>
              <a:spcBef>
                <a:spcPts val="69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1pPr>
            <a:lvl2pPr marL="474980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2pPr>
            <a:lvl3pPr marL="79057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3pPr>
            <a:lvl4pPr marL="11068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4pPr>
            <a:lvl5pPr marL="14243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5pPr>
            <a:lvl6pPr marL="174117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05740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2374265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69113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Sukwon Yun Jie Peng Pingzhi Li Wendong Fan Jie Chen James Zou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Guohao Li Tianlong Chen Jun Jiang, and Yi Luo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26 Jan 2026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Research Background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192655"/>
            <a:ext cx="10393680" cy="351091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Driven by a rapidly diversifying ecosystem of Large Language Models (LLMs) and benchmarks, researchers are increasingly tasked with orchestrating multiple models at test time to solve complex tasks and leverage collective intelligence.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Early collaborative frameworks, such as Mixture-of-Agents (MoA), demonstrated that integrating multiple LLMs via a layered architecture can significantly enhance task performance compared to a single standalone model.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Existing multi-agent collaborative paradigms typically operate purely through prompt interfaces during test-time inference, ensuring seamless compatibility with black-box LLM APIs without requiring additional model fine-tuning or training.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Current Limitations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067560"/>
            <a:ext cx="10393680" cy="399605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Pioneering frameworks like MoA lack an adaptive selection mechanism and routinely query all available agents simultaneously, which introduces excessive computational costs, computational explosion risks, and performance-degrading noise from irrelevant domains.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Current collaborative networks rely on simplistic protocols (e.g., symmetric debate, sequential refinement, or many-to-one aggregation chunks) that fail to capture fine-grained, relevance-weighted, one-to-one interactions between individual agent pairs.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graph-based multi-agent setups rely on predefined, static Directed Acyclic Graphs (DAGs), which severely limits structural flexibility and expressiveness across diverse domains.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Contributions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344420"/>
            <a:ext cx="10393680" cy="351091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identify key challenges in current multi-agent LLM systems: selecting which agents to sample, facilitating effective communication, and integrating responses efficiently.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formulate multi-agent collaboration as a graph-based framework and introduce GoA, incorporating node sampling, edge sampling, message passing, and graph pooling. This enables construction of a scalable multi-agent LLM ecosystem, while enhancing inter-agent communication.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We demonstrate the effectiveness of GoA across diverse benchmarks, including MMLU, MMLU-Pro, GPQA, MATH, HumanEval, and MedMCQA. Notably, using only 3 agents, GoA outper forms recent multi-agent baselines that rely on pools of 6 agents, highlighting how graph-based structures improve both the scalability and effectiveness of multi-agent collaboration.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O</a:t>
            </a: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verall framework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41045" y="5364480"/>
            <a:ext cx="10393680" cy="115697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1: Current multi-agent LLM pipeline and our proposed approach.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1820545"/>
            <a:ext cx="10077450" cy="2857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Overall pipeline of GoA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76605" y="6104255"/>
            <a:ext cx="10393680" cy="73406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2: Overall pipeline of GoA.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236980"/>
            <a:ext cx="9839325" cy="48672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Reasoning process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24205" y="6321425"/>
            <a:ext cx="10393680" cy="51181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3: Reasoning process of (a) Mixture-of-Agents (MoA) and (b) Graph-of-Agents (GoA).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195" y="1236980"/>
            <a:ext cx="9486900" cy="49815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5934075"/>
            <a:ext cx="10393680" cy="62865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 1: Benchmark performance across multi-domain and domain-specific benchmarks.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70" y="1290955"/>
            <a:ext cx="9763125" cy="44862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5454650"/>
            <a:ext cx="10393680" cy="117792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53920"/>
            <a:ext cx="4629150" cy="1924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5" y="1895475"/>
            <a:ext cx="5267325" cy="30670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61950" y="2344420"/>
            <a:ext cx="10393680" cy="351091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35" y="2153285"/>
            <a:ext cx="5086350" cy="27527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70" y="1781810"/>
            <a:ext cx="4972050" cy="3495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2883</Words>
  <Application>WPS 演示</Application>
  <PresentationFormat>宽屏</PresentationFormat>
  <Paragraphs>75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Times New Roman</vt:lpstr>
      <vt:lpstr>等线</vt:lpstr>
      <vt:lpstr>微软雅黑</vt:lpstr>
      <vt:lpstr>Source Han Serif SC</vt:lpstr>
      <vt:lpstr>Arial Unicode MS</vt:lpstr>
      <vt:lpstr>Calibri</vt:lpstr>
      <vt:lpstr>Source Han Serif SC</vt:lpstr>
      <vt:lpstr>Source Han Serif SC Heavy</vt:lpstr>
      <vt:lpstr>Prima Serif Std Roman</vt:lpstr>
      <vt:lpstr>WPS</vt:lpstr>
      <vt:lpstr>Graph-of-Agents: A Graph-Based Framework for Multi-Agent LLM Collaboration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墨染</cp:lastModifiedBy>
  <cp:revision>161</cp:revision>
  <dcterms:created xsi:type="dcterms:W3CDTF">2019-06-19T02:08:00Z</dcterms:created>
  <dcterms:modified xsi:type="dcterms:W3CDTF">2026-06-22T02:39:56Z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0E0B162DDDF047BEB0AA0738DA6665B8_11</vt:lpwstr>
  </property>
</Properties>
</file>