
<file path=[Content_Types].xml><?xml version="1.0" encoding="utf-8"?>
<Types xmlns="http://schemas.openxmlformats.org/package/2006/content-types">
  <Default Extension="xml" ContentType="application/vnd.openxmlformats-officedocument.presentationml.presentation.main+xml"/>
  <Default Extension="jpeg" ContentType="image/jpeg"/>
  <Default Extension="rels" ContentType="application/vnd.openxmlformats-package.relationship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slides/tags/tag1.xml" ContentType="application/vnd.openxmlformats-officedocument.presentationml.tags+xml"/>
  <Override PartName="/ppt/slides/slide2.xml" ContentType="application/vnd.openxmlformats-officedocument.presentationml.slide+xml"/>
  <Override PartName="/ppt/slides/tags/tag2.xml" ContentType="application/vnd.openxmlformats-officedocument.presentationml.tags+xml"/>
  <Override PartName="/ppt/slides/tags/tag3.xml" ContentType="application/vnd.openxmlformats-officedocument.presentationml.tags+xml"/>
  <Override PartName="/ppt/slides/slide3.xml" ContentType="application/vnd.openxmlformats-officedocument.presentationml.slide+xml"/>
  <Override PartName="/ppt/slides/tags/tag4.xml" ContentType="application/vnd.openxmlformats-officedocument.presentationml.tags+xml"/>
  <Override PartName="/ppt/slides/tags/tag5.xml" ContentType="application/vnd.openxmlformats-officedocument.presentationml.tags+xml"/>
  <Override PartName="/ppt/slides/slide4.xml" ContentType="application/vnd.openxmlformats-officedocument.presentationml.slide+xml"/>
  <Override PartName="/ppt/slides/tags/tag6.xml" ContentType="application/vnd.openxmlformats-officedocument.presentationml.tags+xml"/>
  <Override PartName="/ppt/slides/tags/tag7.xml" ContentType="application/vnd.openxmlformats-officedocument.presentationml.tags+xml"/>
  <Override PartName="/ppt/slides/slide5.xml" ContentType="application/vnd.openxmlformats-officedocument.presentationml.slide+xml"/>
  <Override PartName="/ppt/slides/tags/tag8.xml" ContentType="application/vnd.openxmlformats-officedocument.presentationml.tags+xml"/>
  <Override PartName="/ppt/slides/tags/tag9.xml" ContentType="application/vnd.openxmlformats-officedocument.presentationml.tags+xml"/>
  <Override PartName="/ppt/slides/slide6.xml" ContentType="application/vnd.openxmlformats-officedocument.presentationml.slide+xml"/>
  <Override PartName="/ppt/slides/tags/tag10.xml" ContentType="application/vnd.openxmlformats-officedocument.presentationml.tags+xml"/>
  <Override PartName="/ppt/slides/tags/tag11.xml" ContentType="application/vnd.openxmlformats-officedocument.presentationml.tags+xml"/>
  <Override PartName="/ppt/slides/slide7.xml" ContentType="application/vnd.openxmlformats-officedocument.presentationml.slide+xml"/>
  <Override PartName="/ppt/slides/tags/tag12.xml" ContentType="application/vnd.openxmlformats-officedocument.presentationml.tags+xml"/>
  <Override PartName="/ppt/slides/tags/tag13.xml" ContentType="application/vnd.openxmlformats-officedocument.presentationml.tags+xml"/>
  <Override PartName="/ppt/slides/slide8.xml" ContentType="application/vnd.openxmlformats-officedocument.presentationml.slide+xml"/>
  <Override PartName="/ppt/slides/tags/tag14.xml" ContentType="application/vnd.openxmlformats-officedocument.presentationml.tags+xml"/>
  <Override PartName="/ppt/slides/tags/tag15.xml" ContentType="application/vnd.openxmlformats-officedocument.presentationml.tags+xml"/>
  <Override PartName="/ppt/slides/slide9.xml" ContentType="application/vnd.openxmlformats-officedocument.presentationml.slide+xml"/>
  <Override PartName="/ppt/slides/tags/tag16.xml" ContentType="application/vnd.openxmlformats-officedocument.presentationml.tags+xml"/>
  <Override PartName="/ppt/slides/tags/tag17.xml" ContentType="application/vnd.openxmlformats-officedocument.presentationml.tags+xml"/>
  <Override PartName="/ppt/slides/slide10.xml" ContentType="application/vnd.openxmlformats-officedocument.presentationml.slide+xml"/>
  <Override PartName="/ppt/slides/tags/tag18.xml" ContentType="application/vnd.openxmlformats-officedocument.presentationml.tags+xml"/>
  <Override PartName="/ppt/slides/tags/tag19.xml" ContentType="application/vnd.openxmlformats-officedocument.presentationml.tags+xml"/>
  <Override PartName="/ppt/slides/slide11.xml" ContentType="application/vnd.openxmlformats-officedocument.presentationml.slide+xml"/>
  <Override PartName="/ppt/slides/tags/tag20.xml" ContentType="application/vnd.openxmlformats-officedocument.presentationml.tags+xml"/>
  <Override PartName="/ppt/slides/tags/tag21.xml" ContentType="application/vnd.openxmlformats-officedocument.presentationml.tags+xml"/>
  <Override PartName="/ppt/slides/slide12.xml" ContentType="application/vnd.openxmlformats-officedocument.presentationml.slide+xml"/>
  <Override PartName="/ppt/slides/tags/tag22.xml" ContentType="application/vnd.openxmlformats-officedocument.presentationml.tags+xml"/>
  <Override PartName="/ppt/slides/tags/tag23.xml" ContentType="application/vnd.openxmlformats-officedocument.presentationml.tags+xml"/>
  <Override PartName="/ppt/slides/slide13.xml" ContentType="application/vnd.openxmlformats-officedocument.presentationml.slide+xml"/>
  <Override PartName="/ppt/slides/tags/tag24.xml" ContentType="application/vnd.openxmlformats-officedocument.presentationml.tags+xml"/>
  <Override PartName="/ppt/slides/tags/tag25.xml" ContentType="application/vnd.openxmlformats-officedocument.presentationml.tags+xml"/>
  <Override PartName="/ppt/slides/slide14.xml" ContentType="application/vnd.openxmlformats-officedocument.presentationml.slide+xml"/>
  <Override PartName="/ppt/slides/tags/tag26.xml" ContentType="application/vnd.openxmlformats-officedocument.presentationml.tags+xml"/>
  <Override PartName="/ppt/slides/tags/tag27.xml" ContentType="application/vnd.openxmlformats-officedocument.presentationml.tags+xml"/>
  <Override PartName="/ppt/slides/slide15.xml" ContentType="application/vnd.openxmlformats-officedocument.presentationml.slide+xml"/>
  <Override PartName="/ppt/slides/slide16.xml" ContentType="application/vnd.openxmlformats-officedocument.presentationml.slide+xml"/>
  <Override PartName="/ppt/slides/tags/tag28.xml" ContentType="application/vnd.openxmlformats-officedocument.presentationml.tags+xml"/>
  <Override PartName="/ppt/slides/tags/tag29.xml" ContentType="application/vnd.openxmlformats-officedocument.presentationml.tags+xml"/>
  <Override PartName="/ppt/slides/slide17.xml" ContentType="application/vnd.openxmlformats-officedocument.presentationml.slide+xml"/>
  <Override PartName="/ppt/slides/tags/tag30.xml" ContentType="application/vnd.openxmlformats-officedocument.presentationml.tags+xml"/>
  <Override PartName="/ppt/slides/tags/tag31.xml" ContentType="application/vnd.openxmlformats-officedocument.presentationml.tags+xml"/>
  <Override PartName="/ppt/slides/slide18.xml" ContentType="application/vnd.openxmlformats-officedocument.presentationml.slide+xml"/>
  <Override PartName="/ppt/slides/tags/tag32.xml" ContentType="application/vnd.openxmlformats-officedocument.presentationml.tags+xml"/>
  <Override PartName="/ppt/slides/tags/tag33.xml" ContentType="application/vnd.openxmlformats-officedocument.presentationml.tags+xml"/>
  <Override PartName="/ppt/slides/slide19.xml" ContentType="application/vnd.openxmlformats-officedocument.presentationml.slide+xml"/>
  <Override PartName="/ppt/slides/tags/tag34.xml" ContentType="application/vnd.openxmlformats-officedocument.presentationml.tags+xml"/>
  <Override PartName="/ppt/slides/tags/tag35.xml" ContentType="application/vnd.openxmlformats-officedocument.presentationml.tags+xml"/>
  <Override PartName="/ppt/slides/slide20.xml" ContentType="application/vnd.openxmlformats-officedocument.presentationml.slide+xml"/>
  <Override PartName="/ppt/slides/tags/tag36.xml" ContentType="application/vnd.openxmlformats-officedocument.presentationml.tags+xml"/>
  <Override PartName="/ppt/slides/tags/tag37.xml" ContentType="application/vnd.openxmlformats-officedocument.presentationml.tags+xml"/>
  <Override PartName="/ppt/slides/slide21.xml" ContentType="application/vnd.openxmlformats-officedocument.presentationml.slide+xml"/>
  <Override PartName="/ppt/slides/tags/tag38.xml" ContentType="application/vnd.openxmlformats-officedocument.presentationml.tags+xml"/>
  <Override PartName="/ppt/slides/tags/tag39.xml" ContentType="application/vnd.openxmlformats-officedocument.presentationml.tags+xml"/>
  <Override PartName="/ppt/slides/slide22.xml" ContentType="application/vnd.openxmlformats-officedocument.presentationml.slide+xml"/>
  <Override PartName="/ppt/slides/tags/tag40.xml" ContentType="application/vnd.openxmlformats-officedocument.presentationml.tags+xml"/>
  <Override PartName="/ppt/slides/tags/tag41.xml" ContentType="application/vnd.openxmlformats-officedocument.presentationml.tags+xml"/>
  <Override PartName="/ppt/slides/slide23.xml" ContentType="application/vnd.openxmlformats-officedocument.presentationml.slide+xml"/>
  <Override PartName="/ppt/tags/tag4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officeDocument" Target="/ppt/presentation.xml" Id="Rdf8f7bef2fb94868" /><Relationship Type="http://schemas.openxmlformats.org/package/2006/relationships/metadata/core-properties" Target="/docProps/core.xml" Id="Re2b7c2194b474b4f" /><Relationship Type="http://schemas.openxmlformats.org/officeDocument/2006/relationships/extended-properties" Target="/docProps/app.xml" Id="Rf32f443e478b4b93" /><Relationship Type="http://schemas.openxmlformats.org/officeDocument/2006/relationships/custom-properties" Target="/docProps/custom.xml" Id="Rfabfe1fa4bae480e" /><Relationship Type="http://schemas.openxmlformats.org/package/2006/relationships/metadata/thumbnail" Target="/docProps/thumbnail26.jpeg" Id="_docProps_thumbnail.jpeg" /></Relationships>
</file>

<file path=ppt/presentation.xml><?xml version="1.0" encoding="utf-8"?>
<p:presentation xmlns:r="http://schemas.openxmlformats.org/officeDocument/2006/relationships" xmlns:a="http://schemas.openxmlformats.org/drawingml/2006/main" xmlns:p="http://schemas.openxmlformats.org/presentationml/2006/main" saveSubsetFonts="1">
  <p:sldMasterIdLst>
    <p:sldMasterId id="2147483648" r:id="_ppt_slideMasters_slideMaster1.xml"/>
  </p:sldMasterIdLst>
  <p:sldIdLst>
    <p:sldId id="256" r:id="_ppt_slides_slide1.xml"/>
    <p:sldId id="275" r:id="_ppt_slides_slide-dac217dc-58a8-4cf4-ab26-266c64385bca.xml"/>
    <p:sldId id="276" r:id="_ppt_slides_slide-89753270-3949-4250-95eb-c2704ec16946.xml"/>
    <p:sldId id="278" r:id="_ppt_slides_slide-3567f660-2de3-4b15-9bd0-56ad5f3a4455.xml"/>
    <p:sldId id="279" r:id="_ppt_slides_slide-03ac06c2-c18e-431e-a2c5-ee7c9eedb5ac.xml"/>
    <p:sldId id="280" r:id="_ppt_slides_slide-35249fb0-7db6-4ad1-8bf8-cc253bc2dd4f.xml"/>
    <p:sldId id="281" r:id="_ppt_slides_slide-002342aa-1441-4229-ab8a-debd94eba3eb.xml"/>
    <p:sldId id="282" r:id="_ppt_slides_slide-e7d90a1f-b618-4c60-960a-018d828b2764.xml"/>
    <p:sldId id="283" r:id="_ppt_slides_slide-81c04fa6-6727-43ee-9202-65cf2e465fad.xml"/>
    <p:sldId id="284" r:id="_ppt_slides_slide-650857f9-7c65-41f7-9b9a-ac9f8cbdf8ef.xml"/>
    <p:sldId id="285" r:id="_ppt_slides_slide-8a515139-8b4b-4e3a-b015-b71a03a1b79d.xml"/>
    <p:sldId id="286" r:id="_ppt_slides_slide-a58df976-6525-4bcb-a6e5-3fa10428ac76.xml"/>
    <p:sldId id="287" r:id="_ppt_slides_slide-895b6637-6718-4f62-a2cd-cf1620d54a39.xml"/>
    <p:sldId id="288" r:id="_ppt_slides_slide-72c268c2-1d16-4607-8bde-a9f9aec53952.xml"/>
    <p:sldId id="258" r:id="_ppt_slides_slide3.xml"/>
    <p:sldId id="289" r:id="_ppt_slides_slide-001033f9-6446-406b-bd86-31c6f48d8fc7.xml"/>
    <p:sldId id="290" r:id="_ppt_slides_slide-3fc0694f-a5df-4f2c-8d07-2cb496d486c4.xml"/>
    <p:sldId id="291" r:id="_ppt_slides_slide-aba52bab-db19-4b1a-ab08-bae83b0d8977.xml"/>
    <p:sldId id="292" r:id="_ppt_slides_slide-b6eba3b5-7153-4d98-a3de-8656f288471d.xml"/>
    <p:sldId id="293" r:id="_ppt_slides_slide-1fab8f48-4438-407b-b9ca-99e54cf8c5b8.xml"/>
    <p:sldId id="294" r:id="_ppt_slides_slide-94168b36-ef9d-4396-9ae7-292dd3e2add8.xml"/>
    <p:sldId id="295" r:id="_ppt_slides_slide-fb694792-23ac-40d3-b2f7-18cf0d81db4b.xml"/>
    <p:sldId id="273" r:id="_ppt_slides_slide18.xml"/>
  </p:sldIdLst>
  <p:sldSz cx="12192000" cy="6858000"/>
  <p:notesSz cx="6858000" cy="9144000"/>
  <p:custDataLst>
    <p:tags r:id="_ppt_tags_tag13.xml"/>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presentation>
</file>

<file path=ppt/presProps.xml><?xml version="1.0" encoding="utf-8"?>
<p:presentationPr xmlns:p14="http://schemas.microsoft.com/office/powerpoint/2010/main" xmlns:p15="http://schemas.microsoft.com/office/powerpoint/2012/main" xmlns:p1710="http://schemas.microsoft.com/office/powerpoint/2017/10/main" xmlns:r="http://schemas.openxmlformats.org/officeDocument/2006/relationships" xmlns:a="http://schemas.openxmlformats.org/drawingml/2006/main"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60" d="100"/>
          <a:sy n="60" d="100"/>
        </p:scale>
        <p:origin x="678" y="3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p:cViewPr>
        <p:scale>
          <a:sx n="1" d="100"/>
          <a:sy n="1" d="100"/>
        </p:scale>
        <p:origin x="0" y="0"/>
      </p:cViewPr>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pt/presProps.xml" Id="_ppt_presProps.xml" /><Relationship Type="http://schemas.openxmlformats.org/officeDocument/2006/relationships/viewProps" Target="/ppt/viewProps.xml" Id="_ppt_viewProps.xml" /><Relationship Type="http://schemas.openxmlformats.org/officeDocument/2006/relationships/theme" Target="/ppt/theme/theme1.xml" Id="_ppt_theme_theme1.xml" /><Relationship Type="http://schemas.openxmlformats.org/officeDocument/2006/relationships/tableStyles" Target="/ppt/tableStyles.xml" Id="_ppt_tableStyles.xml" /><Relationship Type="http://schemas.openxmlformats.org/officeDocument/2006/relationships/slideMaster" Target="/ppt/slideMasters/slideMaster1.xml" Id="_ppt_slideMasters_slideMaster1.xml" /><Relationship Type="http://schemas.openxmlformats.org/officeDocument/2006/relationships/slide" Target="/ppt/slides/slide1.xml" Id="_ppt_slides_slide1.xml" /><Relationship Type="http://schemas.openxmlformats.org/officeDocument/2006/relationships/slide" Target="/ppt/slides/slide2.xml" Id="_ppt_slides_slide-dac217dc-58a8-4cf4-ab26-266c64385bca.xml" /><Relationship Type="http://schemas.openxmlformats.org/officeDocument/2006/relationships/slide" Target="/ppt/slides/slide3.xml" Id="_ppt_slides_slide-89753270-3949-4250-95eb-c2704ec16946.xml" /><Relationship Type="http://schemas.openxmlformats.org/officeDocument/2006/relationships/slide" Target="/ppt/slides/slide4.xml" Id="_ppt_slides_slide-3567f660-2de3-4b15-9bd0-56ad5f3a4455.xml" /><Relationship Type="http://schemas.openxmlformats.org/officeDocument/2006/relationships/slide" Target="/ppt/slides/slide5.xml" Id="_ppt_slides_slide-03ac06c2-c18e-431e-a2c5-ee7c9eedb5ac.xml" /><Relationship Type="http://schemas.openxmlformats.org/officeDocument/2006/relationships/slide" Target="/ppt/slides/slide6.xml" Id="_ppt_slides_slide-35249fb0-7db6-4ad1-8bf8-cc253bc2dd4f.xml" /><Relationship Type="http://schemas.openxmlformats.org/officeDocument/2006/relationships/slide" Target="/ppt/slides/slide7.xml" Id="_ppt_slides_slide-002342aa-1441-4229-ab8a-debd94eba3eb.xml" /><Relationship Type="http://schemas.openxmlformats.org/officeDocument/2006/relationships/slide" Target="/ppt/slides/slide8.xml" Id="_ppt_slides_slide-e7d90a1f-b618-4c60-960a-018d828b2764.xml" /><Relationship Type="http://schemas.openxmlformats.org/officeDocument/2006/relationships/slide" Target="/ppt/slides/slide9.xml" Id="_ppt_slides_slide-81c04fa6-6727-43ee-9202-65cf2e465fad.xml" /><Relationship Type="http://schemas.openxmlformats.org/officeDocument/2006/relationships/slide" Target="/ppt/slides/slide10.xml" Id="_ppt_slides_slide-650857f9-7c65-41f7-9b9a-ac9f8cbdf8ef.xml" /><Relationship Type="http://schemas.openxmlformats.org/officeDocument/2006/relationships/slide" Target="/ppt/slides/slide11.xml" Id="_ppt_slides_slide-8a515139-8b4b-4e3a-b015-b71a03a1b79d.xml" /><Relationship Type="http://schemas.openxmlformats.org/officeDocument/2006/relationships/slide" Target="/ppt/slides/slide12.xml" Id="_ppt_slides_slide-a58df976-6525-4bcb-a6e5-3fa10428ac76.xml" /><Relationship Type="http://schemas.openxmlformats.org/officeDocument/2006/relationships/slide" Target="/ppt/slides/slide13.xml" Id="_ppt_slides_slide-895b6637-6718-4f62-a2cd-cf1620d54a39.xml" /><Relationship Type="http://schemas.openxmlformats.org/officeDocument/2006/relationships/slide" Target="/ppt/slides/slide14.xml" Id="_ppt_slides_slide-72c268c2-1d16-4607-8bde-a9f9aec53952.xml" /><Relationship Type="http://schemas.openxmlformats.org/officeDocument/2006/relationships/slide" Target="/ppt/slides/slide15.xml" Id="_ppt_slides_slide3.xml" /><Relationship Type="http://schemas.openxmlformats.org/officeDocument/2006/relationships/slide" Target="/ppt/slides/slide16.xml" Id="_ppt_slides_slide-001033f9-6446-406b-bd86-31c6f48d8fc7.xml" /><Relationship Type="http://schemas.openxmlformats.org/officeDocument/2006/relationships/slide" Target="/ppt/slides/slide17.xml" Id="_ppt_slides_slide-3fc0694f-a5df-4f2c-8d07-2cb496d486c4.xml" /><Relationship Type="http://schemas.openxmlformats.org/officeDocument/2006/relationships/slide" Target="/ppt/slides/slide18.xml" Id="_ppt_slides_slide-aba52bab-db19-4b1a-ab08-bae83b0d8977.xml" /><Relationship Type="http://schemas.openxmlformats.org/officeDocument/2006/relationships/slide" Target="/ppt/slides/slide19.xml" Id="_ppt_slides_slide-b6eba3b5-7153-4d98-a3de-8656f288471d.xml" /><Relationship Type="http://schemas.openxmlformats.org/officeDocument/2006/relationships/slide" Target="/ppt/slides/slide20.xml" Id="_ppt_slides_slide-1fab8f48-4438-407b-b9ca-99e54cf8c5b8.xml" /><Relationship Type="http://schemas.openxmlformats.org/officeDocument/2006/relationships/slide" Target="/ppt/slides/slide21.xml" Id="_ppt_slides_slide-94168b36-ef9d-4396-9ae7-292dd3e2add8.xml" /><Relationship Type="http://schemas.openxmlformats.org/officeDocument/2006/relationships/slide" Target="/ppt/slides/slide22.xml" Id="_ppt_slides_slide-fb694792-23ac-40d3-b2f7-18cf0d81db4b.xml" /><Relationship Type="http://schemas.openxmlformats.org/officeDocument/2006/relationships/slide" Target="/ppt/slides/slide23.xml" Id="_ppt_slides_slide18.xml" /><Relationship Type="http://schemas.openxmlformats.org/officeDocument/2006/relationships/tags" Target="/ppt/tags/tag42.xml" Id="_ppt_tags_tag13.xml"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_ppt_slideMasters_slideMaster1.xml"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_ppt_slideMasters_slideMaster1.xml"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_ppt_slideMasters_slideMaster1.xml"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_ppt_slideMasters_slideMaster1.xml"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_ppt_slideMasters_slideMaster1.xml"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_ppt_slideMasters_slideMaster1.xml"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_ppt_slideMasters_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Agenda" preserve="1">
  <p:cSld name="Agenda">
    <p:spTree>
      <p:nvGrpSpPr>
        <p:cNvPr id="1" name=""/>
        <p:cNvGrpSpPr/>
        <p:nvPr/>
      </p:nvGrpSpPr>
      <p:grpSpPr>
        <a:xfrm>
          <a:off x="0" y="0"/>
          <a:ext cx="0" cy="0"/>
        </a:xfrm>
      </p:grpSpPr>
      <p:grpSp>
        <p:nvGrpSpPr>
          <p:cNvPr id="11" name=""/>
          <p:cNvGrpSpPr/>
          <p:nvPr/>
        </p:nvGrpSpPr>
        <p:grpSpPr>
          <a:xfrm>
            <a:off x="-1" y="0"/>
            <a:ext cx="12192001" cy="6858000"/>
            <a:chOff x="-1" y="0"/>
            <a:chExt cx="12192001" cy="6858000"/>
          </a:xfrm>
        </p:grpSpPr>
        <p:sp>
          <p:nvSpPr>
            <p:cNvPr id="8" name=""/>
            <p:cNvSpPr/>
            <p:nvPr/>
          </p:nvSpPr>
          <p:spPr>
            <a:xfrm>
              <a:off x="-1" y="0"/>
              <a:ext cx="4320000" cy="6858000"/>
            </a:xfrm>
            <a:prstGeom prst="homePlate">
              <a:avLst>
                <a:gd name="adj" fmla="val 2996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9" name=""/>
            <p:cNvSpPr/>
            <p:nvPr/>
          </p:nvSpPr>
          <p:spPr>
            <a:xfrm>
              <a:off x="11976000" y="0"/>
              <a:ext cx="216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grpSp>
      <p:sp>
        <p:nvSpPr>
          <p:cNvPr id="2" name=""/>
          <p:cNvSpPr>
            <a:spLocks noGrp="1"/>
          </p:cNvSpPr>
          <p:nvPr>
            <p:ph type="title" hasCustomPrompt="1"/>
          </p:nvPr>
        </p:nvSpPr>
        <p:spPr>
          <a:xfrm>
            <a:off x="660400" y="2910914"/>
            <a:ext cx="3092734" cy="1036172"/>
          </a:xfrm>
          <a:prstGeom prst="rect">
            <a:avLst/>
          </a:prstGeom>
          <a:noFill/>
        </p:spPr>
        <p:txBody>
          <a:bodyPr anchor="t" anchorCtr="0">
            <a:normAutofit/>
          </a:bodyPr>
          <a:lstStyle>
            <a:lvl1pPr algn="ctr">
              <a:defRPr sz="4800">
                <a:solidFill>
                  <a:schemeClr val="bg1"/>
                </a:solidFill>
              </a:defRPr>
            </a:lvl1pPr>
          </a:lstStyle>
          <a:p>
            <a:pPr lvl="0"/>
            <a:r>
              <a:rPr lang="zh-CN" altLang="en-US"/>
              <a:t>Agenda</a:t>
            </a:r>
            <a:endParaRPr lang="en-US"/>
          </a:p>
        </p:txBody>
      </p:sp>
      <p:sp>
        <p:nvSpPr>
          <p:cNvPr id="3" name=""/>
          <p:cNvSpPr>
            <a:spLocks noGrp="1"/>
          </p:cNvSpPr>
          <p:nvPr>
            <p:ph sz="quarter" idx="1" hasCustomPrompt="1"/>
          </p:nvPr>
        </p:nvSpPr>
        <p:spPr>
          <a:xfrm>
            <a:off x="5038900" y="1089000"/>
            <a:ext cx="6480000" cy="468000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
          <p:cNvSpPr>
            <a:spLocks noGrp="1"/>
          </p:cNvSpPr>
          <p:nvPr>
            <p:ph type="dt" sz="half" idx="10"/>
          </p:nvPr>
        </p:nvSpPr>
        <p:spPr/>
        <p:txBody>
          <a:bodyPr/>
          <a:lstStyle/>
          <a:p>
            <a:endParaRPr lang="en-US"/>
          </a:p>
        </p:txBody>
      </p:sp>
      <p:sp>
        <p:nvSpPr>
          <p:cNvPr id="5" name=""/>
          <p:cNvSpPr>
            <a:spLocks noGrp="1"/>
          </p:cNvSpPr>
          <p:nvPr>
            <p:ph type="ftr" sz="quarter" idx="11"/>
          </p:nvPr>
        </p:nvSpPr>
        <p:spPr/>
        <p:txBody>
          <a:bodyPr/>
          <a:lstStyle/>
          <a:p>
            <a:endParaRPr lang="en-US"/>
          </a:p>
        </p:txBody>
      </p:sp>
      <p:sp>
        <p:nvSpPr>
          <p:cNvPr id="6" name=""/>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Section Header" type="secHead" preserve="1">
  <p:cSld name="Section Header">
    <p:bg>
      <p:bgPr>
        <a:solidFill>
          <a:schemeClr val="bg1"/>
        </a:solidFill>
        <a:effectLst/>
      </p:bgPr>
    </p:bg>
    <p:spTree>
      <p:nvGrpSpPr>
        <p:cNvPr id="1" name=""/>
        <p:cNvGrpSpPr/>
        <p:nvPr/>
      </p:nvGrpSpPr>
      <p:grpSpPr>
        <a:xfrm>
          <a:off x="0" y="0"/>
          <a:ext cx="0" cy="0"/>
        </a:xfrm>
      </p:grpSpPr>
      <p:grpSp>
        <p:nvGrpSpPr>
          <p:cNvPr id="18" name=""/>
          <p:cNvGrpSpPr/>
          <p:nvPr/>
        </p:nvGrpSpPr>
        <p:grpSpPr>
          <a:xfrm>
            <a:off x="0" y="0"/>
            <a:ext cx="12192002" cy="6858000"/>
            <a:chExt cx="12192002" cy="6858000"/>
          </a:xfrm>
        </p:grpSpPr>
        <p:sp>
          <p:nvSpPr>
            <p:cNvPr id="13" name=""/>
            <p:cNvSpPr/>
            <p:nvPr/>
          </p:nvSpPr>
          <p:spPr>
            <a:xfrm flipV="1">
              <a:off x="0" y="0"/>
              <a:ext cx="12192002" cy="1872000"/>
            </a:xfrm>
            <a:custGeom>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14" name=""/>
            <p:cNvSpPr/>
            <p:nvPr/>
          </p:nvSpPr>
          <p:spPr>
            <a:xfrm>
              <a:off x="0" y="664200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15" name=""/>
            <p:cNvSpPr/>
            <p:nvPr/>
          </p:nvSpPr>
          <p:spPr>
            <a:xfrm>
              <a:off x="5080264" y="1356939"/>
              <a:ext cx="2018771" cy="1494742"/>
            </a:xfrm>
            <a:custGeom>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
            <p:cNvCxnSpPr/>
            <p:nvPr/>
          </p:nvCxnSpPr>
          <p:spPr>
            <a:xfrm>
              <a:off x="1319650" y="4913476"/>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
          <p:cNvSpPr>
            <a:spLocks noGrp="1"/>
          </p:cNvSpPr>
          <p:nvPr>
            <p:ph type="title" hasCustomPrompt="1"/>
          </p:nvPr>
        </p:nvSpPr>
        <p:spPr>
          <a:xfrm>
            <a:off x="1229650" y="2960865"/>
            <a:ext cx="9720000" cy="1080000"/>
          </a:xfrm>
          <a:prstGeom prst="rect">
            <a:avLst/>
          </a:prstGeom>
        </p:spPr>
        <p:txBody>
          <a:bodyPr anchor="b">
            <a:normAutofit/>
          </a:bodyPr>
          <a:lstStyle>
            <a:lvl1pPr algn="ctr">
              <a:lnSpc>
                <a:spcPct val="100000"/>
              </a:lnSpc>
              <a:defRPr sz="4800">
                <a:solidFill>
                  <a:schemeClr val="tx1"/>
                </a:solidFill>
              </a:defRPr>
            </a:lvl1pPr>
          </a:lstStyle>
          <a:p>
            <a:pPr lvl="0"/>
            <a:r>
              <a:rPr lang="zh-CN" altLang="en-US"/>
              <a:t>Click to add title</a:t>
            </a:r>
            <a:endParaRPr lang="en-US"/>
          </a:p>
        </p:txBody>
      </p:sp>
      <p:sp>
        <p:nvSpPr>
          <p:cNvPr id="25" name=""/>
          <p:cNvSpPr>
            <a:spLocks noGrp="1"/>
          </p:cNvSpPr>
          <p:nvPr>
            <p:ph type="body" sz="quarter" idx="1" hasCustomPrompt="1"/>
          </p:nvPr>
        </p:nvSpPr>
        <p:spPr>
          <a:xfrm>
            <a:off x="1229650" y="4103197"/>
            <a:ext cx="9720000" cy="612000"/>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a:t>Click to add text</a:t>
            </a:r>
            <a:endParaRPr lang="en-US"/>
          </a:p>
        </p:txBody>
      </p:sp>
      <p:sp>
        <p:nvSpPr>
          <p:cNvPr id="4" name=""/>
          <p:cNvSpPr>
            <a:spLocks noGrp="1"/>
          </p:cNvSpPr>
          <p:nvPr>
            <p:ph type="dt" sz="half" idx="10"/>
          </p:nvPr>
        </p:nvSpPr>
        <p:spPr/>
        <p:txBody>
          <a:bodyPr/>
          <a:lstStyle>
            <a:lvl1pPr>
              <a:defRPr>
                <a:solidFill>
                  <a:schemeClr val="tx1"/>
                </a:solidFill>
              </a:defRPr>
            </a:lvl1pPr>
          </a:lstStyle>
          <a:p>
            <a:fld id="{2A27A813-B2FD-42E1-9222-83B574E99074}" type="datetime1">
              <a:rPr lang="en-US" altLang="zh-CN" smtClean="0"/>
              <a:t>1/8/2025</a:t>
            </a:fld>
            <a:endParaRPr lang="en-US"/>
          </a:p>
        </p:txBody>
      </p:sp>
      <p:sp>
        <p:nvSpPr>
          <p:cNvPr id="6" name=""/>
          <p:cNvSpPr>
            <a:spLocks noGrp="1"/>
          </p:cNvSpPr>
          <p:nvPr>
            <p:ph type="ftr" sz="quarter" idx="11"/>
          </p:nvPr>
        </p:nvSpPr>
        <p:spPr/>
        <p:txBody>
          <a:bodyPr/>
          <a:lstStyle>
            <a:lvl1pPr>
              <a:defRPr>
                <a:solidFill>
                  <a:schemeClr val="tx1"/>
                </a:solidFill>
              </a:defRPr>
            </a:lvl1pPr>
          </a:lstStyle>
          <a:p>
            <a:r>
              <a:rPr lang="af-ZA" altLang="zh-CN"/>
              <a:t>iSlide</a:t>
            </a:r>
            <a:endParaRPr lang="af-ZA"/>
          </a:p>
        </p:txBody>
      </p:sp>
      <p:sp>
        <p:nvSpPr>
          <p:cNvPr id="8" name=""/>
          <p:cNvSpPr>
            <a:spLocks noGrp="1"/>
          </p:cNvSpPr>
          <p:nvPr>
            <p:ph type="sldNum" sz="quarter" idx="12"/>
          </p:nvPr>
        </p:nvSpPr>
        <p:spPr/>
        <p:txBody>
          <a:bodyPr/>
          <a:lstStyle>
            <a:lvl1pPr>
              <a:defRPr>
                <a:solidFill>
                  <a:schemeClr val="tx1"/>
                </a:solidFill>
              </a:defRPr>
            </a:lvl1pPr>
          </a:lstStyle>
          <a:p>
            <a:fld id="{7F65B630-C7FF-41C0-9923-C5E5E29EED81}" type="slidenum">
              <a:rPr lang="en-US" altLang="zh-CN" smtClean="0"/>
              <a:t>‹#›</a:t>
            </a:fld>
            <a:endParaRPr lang="en-US" altLang="zh-CN"/>
          </a:p>
        </p:txBody>
      </p:sp>
    </p:spTree>
  </p:cSld>
  <p:clrMapOvr>
    <a:overrideClrMapping bg1="lt1" tx1="dk1" bg2="lt2" tx2="dk2" accent1="accent1" accent2="accent2" accent3="accent3" accent4="accent4" accent5="accent5" accent6="accent6" hlink="hlink" folHlink="folHlink"/>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
          <p:cNvSpPr>
            <a:spLocks noGrp="1"/>
          </p:cNvSpPr>
          <p:nvPr>
            <p:ph type="dt" sz="half" idx="10"/>
          </p:nvPr>
        </p:nvSpPr>
        <p:spPr/>
        <p:txBody>
          <a:bodyPr/>
          <a:lstStyle/>
          <a:p>
            <a:endParaRPr lang="en-US"/>
          </a:p>
        </p:txBody>
      </p:sp>
      <p:sp>
        <p:nvSpPr>
          <p:cNvPr id="4" name=""/>
          <p:cNvSpPr>
            <a:spLocks noGrp="1"/>
          </p:cNvSpPr>
          <p:nvPr>
            <p:ph type="ftr" sz="quarter" idx="11"/>
          </p:nvPr>
        </p:nvSpPr>
        <p:spPr/>
        <p:txBody>
          <a:bodyPr/>
          <a:lstStyle/>
          <a:p>
            <a:endParaRPr lang="en-US"/>
          </a:p>
        </p:txBody>
      </p:sp>
      <p:sp>
        <p:nvSpPr>
          <p:cNvPr id="5" name=""/>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type="blank" preserve="1">
  <p:cSld name="Blank">
    <p:spTree>
      <p:nvGrpSpPr>
        <p:cNvPr id="1" name=""/>
        <p:cNvGrpSpPr/>
        <p:nvPr/>
      </p:nvGrpSpPr>
      <p:grpSpPr>
        <a:xfrm>
          <a:off x="0" y="0"/>
          <a:ext cx="0" cy="0"/>
        </a:xfrm>
      </p:grpSpPr>
      <p:sp>
        <p:nvSpPr>
          <p:cNvPr id="2" name=""/>
          <p:cNvSpPr>
            <a:spLocks noGrp="1"/>
          </p:cNvSpPr>
          <p:nvPr>
            <p:ph type="dt" sz="half" idx="10"/>
          </p:nvPr>
        </p:nvSpPr>
        <p:spPr/>
        <p:txBody>
          <a:bodyPr/>
          <a:lstStyle/>
          <a:p>
            <a:endParaRPr lang="en-US"/>
          </a:p>
        </p:txBody>
      </p:sp>
      <p:sp>
        <p:nvSpPr>
          <p:cNvPr id="3" name=""/>
          <p:cNvSpPr>
            <a:spLocks noGrp="1"/>
          </p:cNvSpPr>
          <p:nvPr>
            <p:ph type="ftr" sz="quarter" idx="11"/>
          </p:nvPr>
        </p:nvSpPr>
        <p:spPr/>
        <p:txBody>
          <a:bodyPr/>
          <a:lstStyle/>
          <a:p>
            <a:endParaRPr lang="en-US"/>
          </a:p>
        </p:txBody>
      </p:sp>
      <p:sp>
        <p:nvSpPr>
          <p:cNvPr id="4" name=""/>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Closing" preserve="1">
  <p:cSld name="Closing">
    <p:bg>
      <p:bgPr>
        <a:gradFill>
          <a:gsLst>
            <a:gs pos="100000">
              <a:schemeClr val="accent1">
                <a:lumMod val="10000"/>
                <a:lumOff val="90000"/>
              </a:schemeClr>
            </a:gs>
            <a:gs pos="0">
              <a:schemeClr val="bg1"/>
            </a:gs>
          </a:gsLst>
          <a:lin ang="8100000" scaled="1"/>
        </a:gradFill>
        <a:effectLst/>
      </p:bgPr>
    </p:bg>
    <p:spTree>
      <p:nvGrpSpPr>
        <p:cNvPr id="1" name=""/>
        <p:cNvGrpSpPr/>
        <p:nvPr/>
      </p:nvGrpSpPr>
      <p:grpSpPr>
        <a:xfrm>
          <a:off x="0" y="0"/>
          <a:ext cx="0" cy="0"/>
        </a:xfrm>
      </p:grpSpPr>
      <p:grpSp>
        <p:nvGrpSpPr>
          <p:cNvPr id="3" name=""/>
          <p:cNvGrpSpPr/>
          <p:nvPr/>
        </p:nvGrpSpPr>
        <p:grpSpPr>
          <a:xfrm>
            <a:off x="0" y="0"/>
            <a:ext cx="12192002" cy="6858000"/>
            <a:chExt cx="12192002" cy="6858000"/>
          </a:xfrm>
        </p:grpSpPr>
        <p:sp>
          <p:nvSpPr>
            <p:cNvPr id="6" name=""/>
            <p:cNvSpPr/>
            <p:nvPr/>
          </p:nvSpPr>
          <p:spPr>
            <a:xfrm>
              <a:off x="0" y="4986000"/>
              <a:ext cx="12192002" cy="1872000"/>
            </a:xfrm>
            <a:custGeom>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8" name=""/>
            <p:cNvSpPr/>
            <p:nvPr/>
          </p:nvSpPr>
          <p:spPr>
            <a:xfrm>
              <a:off x="0" y="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9" name=""/>
            <p:cNvSpPr/>
            <p:nvPr/>
          </p:nvSpPr>
          <p:spPr>
            <a:xfrm>
              <a:off x="5080264" y="706022"/>
              <a:ext cx="2018771" cy="1494742"/>
            </a:xfrm>
            <a:custGeom>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
            <p:cNvCxnSpPr/>
            <p:nvPr/>
          </p:nvCxnSpPr>
          <p:spPr>
            <a:xfrm>
              <a:off x="1319650" y="3862557"/>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2" name=""/>
          <p:cNvSpPr>
            <a:spLocks noGrp="1"/>
          </p:cNvSpPr>
          <p:nvPr>
            <p:ph type="title" hasCustomPrompt="1"/>
          </p:nvPr>
        </p:nvSpPr>
        <p:spPr>
          <a:xfrm>
            <a:off x="1229649" y="1028700"/>
            <a:ext cx="9720000" cy="2628000"/>
          </a:xfrm>
          <a:prstGeom prst="rect">
            <a:avLst/>
          </a:prstGeom>
        </p:spPr>
        <p:txBody>
          <a:bodyPr wrap="square" anchor="b">
            <a:noAutofit/>
          </a:bodyPr>
          <a:lstStyle>
            <a:lvl1pPr algn="ctr">
              <a:lnSpc>
                <a:spcPct val="100000"/>
              </a:lnSpc>
              <a:defRPr sz="8000">
                <a:ln w="19050">
                  <a:noFill/>
                </a:ln>
                <a:solidFill>
                  <a:schemeClr val="tx1"/>
                </a:solidFill>
              </a:defRPr>
            </a:lvl1pPr>
          </a:lstStyle>
          <a:p>
            <a:pPr lvl="0"/>
            <a:r>
              <a:rPr lang="zh-CN" altLang="en-US"/>
              <a:t>Click to add title</a:t>
            </a:r>
            <a:endParaRPr lang="en-US"/>
          </a:p>
        </p:txBody>
      </p:sp>
      <p:sp>
        <p:nvSpPr>
          <p:cNvPr id="13" name=""/>
          <p:cNvSpPr>
            <a:spLocks noGrp="1"/>
          </p:cNvSpPr>
          <p:nvPr>
            <p:ph type="body" sz="quarter" idx="13" hasCustomPrompt="1"/>
          </p:nvPr>
        </p:nvSpPr>
        <p:spPr>
          <a:xfrm>
            <a:off x="3674922" y="4561558"/>
            <a:ext cx="2340000" cy="432000"/>
          </a:xfrm>
          <a:prstGeom prst="rect">
            <a:avLst/>
          </a:prstGeom>
        </p:spPr>
        <p:txBody>
          <a:bodyPr wrap="square" lIns="90000" anchor="ctr">
            <a:normAutofit/>
          </a:bodyPr>
          <a:lstStyle>
            <a:lvl1pPr marL="0" indent="0" algn="l">
              <a:lnSpc>
                <a:spcPct val="100000"/>
              </a:lnSpc>
              <a:buNone/>
              <a:defRPr sz="1400"/>
            </a:lvl1pPr>
          </a:lstStyle>
          <a:p>
            <a:pPr lvl="0"/>
            <a:r>
              <a:rPr lang="zh-CN" altLang="en-US"/>
              <a:t>Presenter name</a:t>
            </a:r>
            <a:endParaRPr lang="en-US"/>
          </a:p>
        </p:txBody>
      </p:sp>
      <p:sp>
        <p:nvSpPr>
          <p:cNvPr id="15" name=""/>
          <p:cNvSpPr>
            <a:spLocks noGrp="1"/>
          </p:cNvSpPr>
          <p:nvPr>
            <p:ph type="body" sz="quarter" idx="14" hasCustomPrompt="1"/>
          </p:nvPr>
        </p:nvSpPr>
        <p:spPr>
          <a:xfrm>
            <a:off x="6896452" y="4561558"/>
            <a:ext cx="2340000" cy="432000"/>
          </a:xfrm>
          <a:prstGeom prst="rect">
            <a:avLst/>
          </a:prstGeom>
        </p:spPr>
        <p:txBody>
          <a:bodyPr wrap="none" anchor="ctr">
            <a:normAutofit/>
          </a:bodyPr>
          <a:lstStyle>
            <a:lvl1pPr marL="0" indent="0" algn="l">
              <a:lnSpc>
                <a:spcPct val="100000"/>
              </a:lnSpc>
              <a:buNone/>
              <a:defRPr sz="1400"/>
            </a:lvl1pPr>
          </a:lstStyle>
          <a:p>
            <a:pPr lvl="0"/>
            <a:r>
              <a:rPr lang="zh-CN" altLang="en-US"/>
              <a:t>20XX.XX.XX</a:t>
            </a:r>
            <a:endParaRPr lang="en-US"/>
          </a:p>
        </p:txBody>
      </p:sp>
      <p:grpSp>
        <p:nvGrpSpPr>
          <p:cNvPr id="16" name=""/>
          <p:cNvGrpSpPr/>
          <p:nvPr/>
        </p:nvGrpSpPr>
        <p:grpSpPr>
          <a:xfrm>
            <a:off x="3118380" y="4543558"/>
            <a:ext cx="468000" cy="468000"/>
            <a:chOff x="3118380" y="4543558"/>
            <a:chExt cx="468000" cy="468000"/>
          </a:xfrm>
        </p:grpSpPr>
        <p:sp>
          <p:nvSpPr>
            <p:cNvPr id="17" name=""/>
            <p:cNvSpPr>
              <a:spLocks noChangeAspect="1"/>
            </p:cNvSpPr>
            <p:nvPr/>
          </p:nvSpPr>
          <p:spPr>
            <a:xfrm>
              <a:off x="3118380"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
            <p:cNvSpPr>
              <a:spLocks noChangeAspect="1"/>
            </p:cNvSpPr>
            <p:nvPr/>
          </p:nvSpPr>
          <p:spPr>
            <a:xfrm>
              <a:off x="3232712" y="4651558"/>
              <a:ext cx="239337" cy="252000"/>
            </a:xfrm>
            <a:custGeom>
              <a:gdLst>
                <a:gd name="T0" fmla="*/ 6150 w 6474"/>
                <a:gd name="T1" fmla="*/ 5849 h 6827"/>
                <a:gd name="T2" fmla="*/ 4672 w 6474"/>
                <a:gd name="T3" fmla="*/ 4081 h 6827"/>
                <a:gd name="T4" fmla="*/ 3237 w 6474"/>
                <a:gd name="T5" fmla="*/ 0 h 6827"/>
                <a:gd name="T6" fmla="*/ 1802 w 6474"/>
                <a:gd name="T7" fmla="*/ 4081 h 6827"/>
                <a:gd name="T8" fmla="*/ 325 w 6474"/>
                <a:gd name="T9" fmla="*/ 5849 h 6827"/>
                <a:gd name="T10" fmla="*/ 782 w 6474"/>
                <a:gd name="T11" fmla="*/ 6827 h 6827"/>
                <a:gd name="T12" fmla="*/ 5693 w 6474"/>
                <a:gd name="T13" fmla="*/ 6827 h 6827"/>
                <a:gd name="T14" fmla="*/ 6150 w 6474"/>
                <a:gd name="T15" fmla="*/ 5849 h 6827"/>
                <a:gd name="T16" fmla="*/ 1509 w 6474"/>
                <a:gd name="T17" fmla="*/ 2427 h 6827"/>
                <a:gd name="T18" fmla="*/ 3237 w 6474"/>
                <a:gd name="T19" fmla="*/ 557 h 6827"/>
                <a:gd name="T20" fmla="*/ 4913 w 6474"/>
                <a:gd name="T21" fmla="*/ 1866 h 6827"/>
                <a:gd name="T22" fmla="*/ 2472 w 6474"/>
                <a:gd name="T23" fmla="*/ 1687 h 6827"/>
                <a:gd name="T24" fmla="*/ 2006 w 6474"/>
                <a:gd name="T25" fmla="*/ 1762 h 6827"/>
                <a:gd name="T26" fmla="*/ 1509 w 6474"/>
                <a:gd name="T27" fmla="*/ 2427 h 6827"/>
                <a:gd name="T28" fmla="*/ 1651 w 6474"/>
                <a:gd name="T29" fmla="*/ 3012 h 6827"/>
                <a:gd name="T30" fmla="*/ 2335 w 6474"/>
                <a:gd name="T31" fmla="*/ 2326 h 6827"/>
                <a:gd name="T32" fmla="*/ 4958 w 6474"/>
                <a:gd name="T33" fmla="*/ 2517 h 6827"/>
                <a:gd name="T34" fmla="*/ 1651 w 6474"/>
                <a:gd name="T35" fmla="*/ 3012 h 6827"/>
                <a:gd name="T36" fmla="*/ 4053 w 6474"/>
                <a:gd name="T37" fmla="*/ 4435 h 6827"/>
                <a:gd name="T38" fmla="*/ 2422 w 6474"/>
                <a:gd name="T39" fmla="*/ 4435 h 6827"/>
                <a:gd name="T40" fmla="*/ 4053 w 6474"/>
                <a:gd name="T41" fmla="*/ 4435 h 6827"/>
                <a:gd name="T42" fmla="*/ 5693 w 6474"/>
                <a:gd name="T43" fmla="*/ 6270 h 6827"/>
                <a:gd name="T44" fmla="*/ 782 w 6474"/>
                <a:gd name="T45" fmla="*/ 6270 h 6827"/>
                <a:gd name="T46" fmla="*/ 752 w 6474"/>
                <a:gd name="T47" fmla="*/ 6206 h 6827"/>
                <a:gd name="T48" fmla="*/ 1965 w 6474"/>
                <a:gd name="T49" fmla="*/ 4754 h 6827"/>
                <a:gd name="T50" fmla="*/ 4510 w 6474"/>
                <a:gd name="T51" fmla="*/ 4755 h 6827"/>
                <a:gd name="T52" fmla="*/ 5723 w 6474"/>
                <a:gd name="T53" fmla="*/ 6206 h 6827"/>
                <a:gd name="T54" fmla="*/ 5693 w 6474"/>
                <a:gd name="T55" fmla="*/ 6270 h 682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74" h="6826">
                  <a:moveTo>
                    <a:pt x="6150" y="5849"/>
                  </a:moveTo>
                  <a:lnTo>
                    <a:pt x="4672" y="4081"/>
                  </a:lnTo>
                  <a:cubicBezTo>
                    <a:pt x="6334" y="2771"/>
                    <a:pt x="5433" y="0"/>
                    <a:pt x="3237" y="0"/>
                  </a:cubicBezTo>
                  <a:cubicBezTo>
                    <a:pt x="1047" y="0"/>
                    <a:pt x="134" y="2766"/>
                    <a:pt x="1802" y="4081"/>
                  </a:cubicBezTo>
                  <a:lnTo>
                    <a:pt x="325" y="5849"/>
                  </a:lnTo>
                  <a:cubicBezTo>
                    <a:pt x="0" y="6237"/>
                    <a:pt x="276" y="6827"/>
                    <a:pt x="782" y="6827"/>
                  </a:cubicBezTo>
                  <a:lnTo>
                    <a:pt x="5693" y="6827"/>
                  </a:lnTo>
                  <a:cubicBezTo>
                    <a:pt x="6199" y="6827"/>
                    <a:pt x="6474" y="6236"/>
                    <a:pt x="6150" y="5849"/>
                  </a:cubicBezTo>
                  <a:close/>
                  <a:moveTo>
                    <a:pt x="1509" y="2427"/>
                  </a:moveTo>
                  <a:cubicBezTo>
                    <a:pt x="1446" y="1415"/>
                    <a:pt x="2213" y="557"/>
                    <a:pt x="3237" y="557"/>
                  </a:cubicBezTo>
                  <a:cubicBezTo>
                    <a:pt x="3991" y="557"/>
                    <a:pt x="4706" y="1049"/>
                    <a:pt x="4913" y="1866"/>
                  </a:cubicBezTo>
                  <a:cubicBezTo>
                    <a:pt x="4202" y="2480"/>
                    <a:pt x="3109" y="2420"/>
                    <a:pt x="2472" y="1687"/>
                  </a:cubicBezTo>
                  <a:cubicBezTo>
                    <a:pt x="2337" y="1532"/>
                    <a:pt x="2086" y="1572"/>
                    <a:pt x="2006" y="1762"/>
                  </a:cubicBezTo>
                  <a:cubicBezTo>
                    <a:pt x="1896" y="2022"/>
                    <a:pt x="1725" y="2250"/>
                    <a:pt x="1509" y="2427"/>
                  </a:cubicBezTo>
                  <a:close/>
                  <a:moveTo>
                    <a:pt x="1651" y="3012"/>
                  </a:moveTo>
                  <a:cubicBezTo>
                    <a:pt x="1926" y="2834"/>
                    <a:pt x="2159" y="2600"/>
                    <a:pt x="2335" y="2326"/>
                  </a:cubicBezTo>
                  <a:cubicBezTo>
                    <a:pt x="3080" y="2932"/>
                    <a:pt x="4124" y="3014"/>
                    <a:pt x="4958" y="2517"/>
                  </a:cubicBezTo>
                  <a:cubicBezTo>
                    <a:pt x="4763" y="4234"/>
                    <a:pt x="2357" y="4593"/>
                    <a:pt x="1651" y="3012"/>
                  </a:cubicBezTo>
                  <a:close/>
                  <a:moveTo>
                    <a:pt x="4053" y="4435"/>
                  </a:moveTo>
                  <a:cubicBezTo>
                    <a:pt x="3614" y="5198"/>
                    <a:pt x="2860" y="5197"/>
                    <a:pt x="2422" y="4435"/>
                  </a:cubicBezTo>
                  <a:cubicBezTo>
                    <a:pt x="2946" y="4634"/>
                    <a:pt x="3528" y="4634"/>
                    <a:pt x="4053" y="4435"/>
                  </a:cubicBezTo>
                  <a:close/>
                  <a:moveTo>
                    <a:pt x="5693" y="6270"/>
                  </a:moveTo>
                  <a:lnTo>
                    <a:pt x="782" y="6270"/>
                  </a:lnTo>
                  <a:cubicBezTo>
                    <a:pt x="748" y="6270"/>
                    <a:pt x="730" y="6232"/>
                    <a:pt x="752" y="6206"/>
                  </a:cubicBezTo>
                  <a:lnTo>
                    <a:pt x="1965" y="4754"/>
                  </a:lnTo>
                  <a:cubicBezTo>
                    <a:pt x="2617" y="5833"/>
                    <a:pt x="3858" y="5837"/>
                    <a:pt x="4510" y="4755"/>
                  </a:cubicBezTo>
                  <a:lnTo>
                    <a:pt x="5723" y="6206"/>
                  </a:lnTo>
                  <a:cubicBezTo>
                    <a:pt x="5745" y="6232"/>
                    <a:pt x="5727" y="6270"/>
                    <a:pt x="5693" y="627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9" name=""/>
          <p:cNvGrpSpPr/>
          <p:nvPr/>
        </p:nvGrpSpPr>
        <p:grpSpPr>
          <a:xfrm>
            <a:off x="6338279" y="4543558"/>
            <a:ext cx="468000" cy="468000"/>
            <a:chOff x="6338279" y="4543558"/>
            <a:chExt cx="468000" cy="468000"/>
          </a:xfrm>
        </p:grpSpPr>
        <p:sp>
          <p:nvSpPr>
            <p:cNvPr id="20" name=""/>
            <p:cNvSpPr>
              <a:spLocks noChangeAspect="1"/>
            </p:cNvSpPr>
            <p:nvPr/>
          </p:nvSpPr>
          <p:spPr>
            <a:xfrm>
              <a:off x="6338279"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
            <p:cNvSpPr>
              <a:spLocks noChangeAspect="1"/>
            </p:cNvSpPr>
            <p:nvPr/>
          </p:nvSpPr>
          <p:spPr>
            <a:xfrm>
              <a:off x="6460771" y="4651558"/>
              <a:ext cx="223017" cy="252000"/>
            </a:xfrm>
            <a:custGeom>
              <a:gdLst>
                <a:gd name="T0" fmla="*/ 4674 w 6479"/>
                <a:gd name="T1" fmla="*/ 4582 h 7332"/>
                <a:gd name="T2" fmla="*/ 5533 w 6479"/>
                <a:gd name="T3" fmla="*/ 3453 h 7332"/>
                <a:gd name="T4" fmla="*/ 5396 w 6479"/>
                <a:gd name="T5" fmla="*/ 2009 h 7332"/>
                <a:gd name="T6" fmla="*/ 946 w 6479"/>
                <a:gd name="T7" fmla="*/ 2249 h 7332"/>
                <a:gd name="T8" fmla="*/ 1140 w 6479"/>
                <a:gd name="T9" fmla="*/ 3719 h 7332"/>
                <a:gd name="T10" fmla="*/ 324 w 6479"/>
                <a:gd name="T11" fmla="*/ 6353 h 7332"/>
                <a:gd name="T12" fmla="*/ 5697 w 6479"/>
                <a:gd name="T13" fmla="*/ 7332 h 7332"/>
                <a:gd name="T14" fmla="*/ 4976 w 6479"/>
                <a:gd name="T15" fmla="*/ 2528 h 7332"/>
                <a:gd name="T16" fmla="*/ 4038 w 6479"/>
                <a:gd name="T17" fmla="*/ 3174 h 7332"/>
                <a:gd name="T18" fmla="*/ 4976 w 6479"/>
                <a:gd name="T19" fmla="*/ 2528 h 7332"/>
                <a:gd name="T20" fmla="*/ 3759 w 6479"/>
                <a:gd name="T21" fmla="*/ 1971 h 7332"/>
                <a:gd name="T22" fmla="*/ 3481 w 6479"/>
                <a:gd name="T23" fmla="*/ 2572 h 7332"/>
                <a:gd name="T24" fmla="*/ 2998 w 6479"/>
                <a:gd name="T25" fmla="*/ 2249 h 7332"/>
                <a:gd name="T26" fmla="*/ 1706 w 6479"/>
                <a:gd name="T27" fmla="*/ 1971 h 7332"/>
                <a:gd name="T28" fmla="*/ 1503 w 6479"/>
                <a:gd name="T29" fmla="*/ 3174 h 7332"/>
                <a:gd name="T30" fmla="*/ 2441 w 6479"/>
                <a:gd name="T31" fmla="*/ 2528 h 7332"/>
                <a:gd name="T32" fmla="*/ 1503 w 6479"/>
                <a:gd name="T33" fmla="*/ 3174 h 7332"/>
                <a:gd name="T34" fmla="*/ 2719 w 6479"/>
                <a:gd name="T35" fmla="*/ 3731 h 7332"/>
                <a:gd name="T36" fmla="*/ 2998 w 6479"/>
                <a:gd name="T37" fmla="*/ 3130 h 7332"/>
                <a:gd name="T38" fmla="*/ 3481 w 6479"/>
                <a:gd name="T39" fmla="*/ 3453 h 7332"/>
                <a:gd name="T40" fmla="*/ 4701 w 6479"/>
                <a:gd name="T41" fmla="*/ 3731 h 7332"/>
                <a:gd name="T42" fmla="*/ 3703 w 6479"/>
                <a:gd name="T43" fmla="*/ 5617 h 7332"/>
                <a:gd name="T44" fmla="*/ 2914 w 6479"/>
                <a:gd name="T45" fmla="*/ 5065 h 7332"/>
                <a:gd name="T46" fmla="*/ 3703 w 6479"/>
                <a:gd name="T47" fmla="*/ 5617 h 7332"/>
                <a:gd name="T48" fmla="*/ 782 w 6479"/>
                <a:gd name="T49" fmla="*/ 6774 h 7332"/>
                <a:gd name="T50" fmla="*/ 2283 w 6479"/>
                <a:gd name="T51" fmla="*/ 4879 h 7332"/>
                <a:gd name="T52" fmla="*/ 1914 w 6479"/>
                <a:gd name="T53" fmla="*/ 6774 h 7332"/>
                <a:gd name="T54" fmla="*/ 2637 w 6479"/>
                <a:gd name="T55" fmla="*/ 6174 h 7332"/>
                <a:gd name="T56" fmla="*/ 3992 w 6479"/>
                <a:gd name="T57" fmla="*/ 6774 h 7332"/>
                <a:gd name="T58" fmla="*/ 5697 w 6479"/>
                <a:gd name="T59" fmla="*/ 6774 h 7332"/>
                <a:gd name="T60" fmla="*/ 4103 w 6479"/>
                <a:gd name="T61" fmla="*/ 4919 h 7332"/>
                <a:gd name="T62" fmla="*/ 5727 w 6479"/>
                <a:gd name="T63" fmla="*/ 6710 h 733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79" h="7331">
                  <a:moveTo>
                    <a:pt x="6154" y="6353"/>
                  </a:moveTo>
                  <a:lnTo>
                    <a:pt x="4674" y="4582"/>
                  </a:lnTo>
                  <a:cubicBezTo>
                    <a:pt x="4961" y="4352"/>
                    <a:pt x="5190" y="4055"/>
                    <a:pt x="5338" y="3719"/>
                  </a:cubicBezTo>
                  <a:cubicBezTo>
                    <a:pt x="5451" y="3683"/>
                    <a:pt x="5533" y="3577"/>
                    <a:pt x="5533" y="3453"/>
                  </a:cubicBezTo>
                  <a:lnTo>
                    <a:pt x="5533" y="2249"/>
                  </a:lnTo>
                  <a:cubicBezTo>
                    <a:pt x="5533" y="2147"/>
                    <a:pt x="5478" y="2058"/>
                    <a:pt x="5396" y="2009"/>
                  </a:cubicBezTo>
                  <a:cubicBezTo>
                    <a:pt x="4680" y="0"/>
                    <a:pt x="1797" y="7"/>
                    <a:pt x="1083" y="2009"/>
                  </a:cubicBezTo>
                  <a:cubicBezTo>
                    <a:pt x="1001" y="2058"/>
                    <a:pt x="946" y="2147"/>
                    <a:pt x="946" y="2249"/>
                  </a:cubicBezTo>
                  <a:lnTo>
                    <a:pt x="946" y="3453"/>
                  </a:lnTo>
                  <a:cubicBezTo>
                    <a:pt x="946" y="3577"/>
                    <a:pt x="1028" y="3683"/>
                    <a:pt x="1140" y="3719"/>
                  </a:cubicBezTo>
                  <a:cubicBezTo>
                    <a:pt x="1289" y="4055"/>
                    <a:pt x="1517" y="4352"/>
                    <a:pt x="1805" y="4582"/>
                  </a:cubicBezTo>
                  <a:lnTo>
                    <a:pt x="324" y="6353"/>
                  </a:lnTo>
                  <a:cubicBezTo>
                    <a:pt x="0" y="6741"/>
                    <a:pt x="276" y="7332"/>
                    <a:pt x="782" y="7332"/>
                  </a:cubicBezTo>
                  <a:lnTo>
                    <a:pt x="5697" y="7332"/>
                  </a:lnTo>
                  <a:cubicBezTo>
                    <a:pt x="6203" y="7332"/>
                    <a:pt x="6479" y="6741"/>
                    <a:pt x="6154" y="6353"/>
                  </a:cubicBezTo>
                  <a:close/>
                  <a:moveTo>
                    <a:pt x="4976" y="2528"/>
                  </a:moveTo>
                  <a:lnTo>
                    <a:pt x="4976" y="3174"/>
                  </a:lnTo>
                  <a:lnTo>
                    <a:pt x="4038" y="3174"/>
                  </a:lnTo>
                  <a:lnTo>
                    <a:pt x="4038" y="2528"/>
                  </a:lnTo>
                  <a:lnTo>
                    <a:pt x="4976" y="2528"/>
                  </a:lnTo>
                  <a:close/>
                  <a:moveTo>
                    <a:pt x="4773" y="1971"/>
                  </a:moveTo>
                  <a:lnTo>
                    <a:pt x="3759" y="1971"/>
                  </a:lnTo>
                  <a:cubicBezTo>
                    <a:pt x="3606" y="1971"/>
                    <a:pt x="3481" y="2095"/>
                    <a:pt x="3481" y="2249"/>
                  </a:cubicBezTo>
                  <a:lnTo>
                    <a:pt x="3481" y="2572"/>
                  </a:lnTo>
                  <a:lnTo>
                    <a:pt x="2998" y="2572"/>
                  </a:lnTo>
                  <a:lnTo>
                    <a:pt x="2998" y="2249"/>
                  </a:lnTo>
                  <a:cubicBezTo>
                    <a:pt x="2998" y="2095"/>
                    <a:pt x="2873" y="1971"/>
                    <a:pt x="2719" y="1971"/>
                  </a:cubicBezTo>
                  <a:lnTo>
                    <a:pt x="1706" y="1971"/>
                  </a:lnTo>
                  <a:cubicBezTo>
                    <a:pt x="2333" y="759"/>
                    <a:pt x="4145" y="758"/>
                    <a:pt x="4773" y="1971"/>
                  </a:cubicBezTo>
                  <a:close/>
                  <a:moveTo>
                    <a:pt x="1503" y="3174"/>
                  </a:moveTo>
                  <a:lnTo>
                    <a:pt x="1503" y="2528"/>
                  </a:lnTo>
                  <a:lnTo>
                    <a:pt x="2441" y="2528"/>
                  </a:lnTo>
                  <a:lnTo>
                    <a:pt x="2441" y="3174"/>
                  </a:lnTo>
                  <a:lnTo>
                    <a:pt x="1503" y="3174"/>
                  </a:lnTo>
                  <a:close/>
                  <a:moveTo>
                    <a:pt x="1778" y="3731"/>
                  </a:moveTo>
                  <a:lnTo>
                    <a:pt x="2719" y="3731"/>
                  </a:lnTo>
                  <a:cubicBezTo>
                    <a:pt x="2873" y="3731"/>
                    <a:pt x="2998" y="3607"/>
                    <a:pt x="2998" y="3453"/>
                  </a:cubicBezTo>
                  <a:lnTo>
                    <a:pt x="2998" y="3130"/>
                  </a:lnTo>
                  <a:lnTo>
                    <a:pt x="3481" y="3130"/>
                  </a:lnTo>
                  <a:lnTo>
                    <a:pt x="3481" y="3453"/>
                  </a:lnTo>
                  <a:cubicBezTo>
                    <a:pt x="3481" y="3607"/>
                    <a:pt x="3606" y="3731"/>
                    <a:pt x="3759" y="3731"/>
                  </a:cubicBezTo>
                  <a:lnTo>
                    <a:pt x="4701" y="3731"/>
                  </a:lnTo>
                  <a:cubicBezTo>
                    <a:pt x="4022" y="4786"/>
                    <a:pt x="2466" y="4802"/>
                    <a:pt x="1778" y="3731"/>
                  </a:cubicBezTo>
                  <a:close/>
                  <a:moveTo>
                    <a:pt x="3703" y="5617"/>
                  </a:moveTo>
                  <a:lnTo>
                    <a:pt x="2776" y="5617"/>
                  </a:lnTo>
                  <a:cubicBezTo>
                    <a:pt x="2817" y="5453"/>
                    <a:pt x="2863" y="5270"/>
                    <a:pt x="2914" y="5065"/>
                  </a:cubicBezTo>
                  <a:cubicBezTo>
                    <a:pt x="3126" y="5095"/>
                    <a:pt x="3347" y="5096"/>
                    <a:pt x="3565" y="5065"/>
                  </a:cubicBezTo>
                  <a:cubicBezTo>
                    <a:pt x="3616" y="5269"/>
                    <a:pt x="3662" y="5453"/>
                    <a:pt x="3703" y="5617"/>
                  </a:cubicBezTo>
                  <a:close/>
                  <a:moveTo>
                    <a:pt x="1914" y="6774"/>
                  </a:moveTo>
                  <a:lnTo>
                    <a:pt x="782" y="6774"/>
                  </a:lnTo>
                  <a:cubicBezTo>
                    <a:pt x="748" y="6774"/>
                    <a:pt x="730" y="6736"/>
                    <a:pt x="752" y="6710"/>
                  </a:cubicBezTo>
                  <a:lnTo>
                    <a:pt x="2283" y="4879"/>
                  </a:lnTo>
                  <a:cubicBezTo>
                    <a:pt x="2318" y="4895"/>
                    <a:pt x="2345" y="4906"/>
                    <a:pt x="2376" y="4919"/>
                  </a:cubicBezTo>
                  <a:cubicBezTo>
                    <a:pt x="2077" y="6116"/>
                    <a:pt x="1965" y="6558"/>
                    <a:pt x="1914" y="6774"/>
                  </a:cubicBezTo>
                  <a:close/>
                  <a:moveTo>
                    <a:pt x="2487" y="6774"/>
                  </a:moveTo>
                  <a:cubicBezTo>
                    <a:pt x="2518" y="6649"/>
                    <a:pt x="2565" y="6460"/>
                    <a:pt x="2637" y="6174"/>
                  </a:cubicBezTo>
                  <a:lnTo>
                    <a:pt x="3842" y="6174"/>
                  </a:lnTo>
                  <a:cubicBezTo>
                    <a:pt x="3914" y="6460"/>
                    <a:pt x="3961" y="6649"/>
                    <a:pt x="3992" y="6774"/>
                  </a:cubicBezTo>
                  <a:lnTo>
                    <a:pt x="2487" y="6774"/>
                  </a:lnTo>
                  <a:close/>
                  <a:moveTo>
                    <a:pt x="5697" y="6774"/>
                  </a:moveTo>
                  <a:lnTo>
                    <a:pt x="4565" y="6774"/>
                  </a:lnTo>
                  <a:cubicBezTo>
                    <a:pt x="4513" y="6557"/>
                    <a:pt x="4400" y="6108"/>
                    <a:pt x="4103" y="4919"/>
                  </a:cubicBezTo>
                  <a:cubicBezTo>
                    <a:pt x="4133" y="4906"/>
                    <a:pt x="4158" y="4896"/>
                    <a:pt x="4196" y="4879"/>
                  </a:cubicBezTo>
                  <a:lnTo>
                    <a:pt x="5727" y="6710"/>
                  </a:lnTo>
                  <a:cubicBezTo>
                    <a:pt x="5748" y="6736"/>
                    <a:pt x="5731" y="6774"/>
                    <a:pt x="5697" y="6774"/>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Title Slide" type="title" preserve="1">
  <p:cSld name="Title Slide">
    <p:spTree>
      <p:nvGrpSpPr>
        <p:cNvPr id="1" name=""/>
        <p:cNvGrpSpPr/>
        <p:nvPr/>
      </p:nvGrpSpPr>
      <p:grpSpPr>
        <a:xfrm>
          <a:off x="0" y="0"/>
          <a:ext cx="0" cy="0"/>
        </a:xfrm>
      </p:grpSpPr>
      <p:grpSp>
        <p:nvGrpSpPr>
          <p:cNvPr id="40" name=""/>
          <p:cNvGrpSpPr/>
          <p:nvPr/>
        </p:nvGrpSpPr>
        <p:grpSpPr>
          <a:xfrm>
            <a:off x="0" y="0"/>
            <a:ext cx="12192002" cy="6858000"/>
            <a:chExt cx="12192002" cy="6858000"/>
          </a:xfrm>
        </p:grpSpPr>
        <p:sp>
          <p:nvSpPr>
            <p:cNvPr id="10" name=""/>
            <p:cNvSpPr/>
            <p:nvPr/>
          </p:nvSpPr>
          <p:spPr>
            <a:xfrm>
              <a:off x="0" y="4986000"/>
              <a:ext cx="12192002" cy="1872000"/>
            </a:xfrm>
            <a:custGeom>
              <a:gdLst>
                <a:gd name="connsiteX0" fmla="*/ 12192002 w 12192002"/>
                <a:gd name="connsiteY0" fmla="*/ 0 h 1942911"/>
                <a:gd name="connsiteX1" fmla="*/ 12192002 w 12192002"/>
                <a:gd name="connsiteY1" fmla="*/ 1942911 h 1942911"/>
                <a:gd name="connsiteX2" fmla="*/ 0 w 12192002"/>
                <a:gd name="connsiteY2" fmla="*/ 1942911 h 1942911"/>
                <a:gd name="connsiteX3" fmla="*/ 0 w 12192002"/>
                <a:gd name="connsiteY3" fmla="*/ 0 h 1942911"/>
                <a:gd name="connsiteX4" fmla="*/ 6096000 w 12192002"/>
                <a:gd name="connsiteY4" fmla="*/ 1455517 h 1942911"/>
              </a:gd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2" h="1942911">
                  <a:moveTo>
                    <a:pt x="12192002" y="0"/>
                  </a:moveTo>
                  <a:lnTo>
                    <a:pt x="12192002" y="1942911"/>
                  </a:lnTo>
                  <a:lnTo>
                    <a:pt x="0" y="1942911"/>
                  </a:lnTo>
                  <a:lnTo>
                    <a:pt x="0" y="0"/>
                  </a:lnTo>
                  <a:lnTo>
                    <a:pt x="6096000" y="145551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6" name=""/>
            <p:cNvSpPr/>
            <p:nvPr/>
          </p:nvSpPr>
          <p:spPr>
            <a:xfrm>
              <a:off x="0" y="0"/>
              <a:ext cx="12192002" cy="216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35" name=""/>
            <p:cNvSpPr/>
            <p:nvPr/>
          </p:nvSpPr>
          <p:spPr>
            <a:xfrm>
              <a:off x="5080264" y="706022"/>
              <a:ext cx="2018771" cy="1494742"/>
            </a:xfrm>
            <a:custGeom>
              <a:gdLst>
                <a:gd name="connsiteX0" fmla="*/ 105213 w 607850"/>
                <a:gd name="connsiteY0" fmla="*/ 237029 h 450066"/>
                <a:gd name="connsiteX1" fmla="*/ 303784 w 607850"/>
                <a:gd name="connsiteY1" fmla="*/ 332583 h 450066"/>
                <a:gd name="connsiteX2" fmla="*/ 502355 w 607850"/>
                <a:gd name="connsiteY2" fmla="*/ 237029 h 450066"/>
                <a:gd name="connsiteX3" fmla="*/ 502355 w 607850"/>
                <a:gd name="connsiteY3" fmla="*/ 323554 h 450066"/>
                <a:gd name="connsiteX4" fmla="*/ 501884 w 607850"/>
                <a:gd name="connsiteY4" fmla="*/ 324683 h 450066"/>
                <a:gd name="connsiteX5" fmla="*/ 319233 w 607850"/>
                <a:gd name="connsiteY5" fmla="*/ 412525 h 450066"/>
                <a:gd name="connsiteX6" fmla="*/ 288430 w 607850"/>
                <a:gd name="connsiteY6" fmla="*/ 412525 h 450066"/>
                <a:gd name="connsiteX7" fmla="*/ 105213 w 607850"/>
                <a:gd name="connsiteY7" fmla="*/ 324495 h 450066"/>
                <a:gd name="connsiteX8" fmla="*/ 575837 w 607850"/>
                <a:gd name="connsiteY8" fmla="*/ 200688 h 450066"/>
                <a:gd name="connsiteX9" fmla="*/ 575837 w 607850"/>
                <a:gd name="connsiteY9" fmla="*/ 370765 h 450066"/>
                <a:gd name="connsiteX10" fmla="*/ 591549 w 607850"/>
                <a:gd name="connsiteY10" fmla="*/ 418459 h 450066"/>
                <a:gd name="connsiteX11" fmla="*/ 567839 w 607850"/>
                <a:gd name="connsiteY11" fmla="*/ 450066 h 450066"/>
                <a:gd name="connsiteX12" fmla="*/ 559842 w 607850"/>
                <a:gd name="connsiteY12" fmla="*/ 450066 h 450066"/>
                <a:gd name="connsiteX13" fmla="*/ 536226 w 607850"/>
                <a:gd name="connsiteY13" fmla="*/ 418459 h 450066"/>
                <a:gd name="connsiteX14" fmla="*/ 551844 w 607850"/>
                <a:gd name="connsiteY14" fmla="*/ 370765 h 450066"/>
                <a:gd name="connsiteX15" fmla="*/ 551844 w 607850"/>
                <a:gd name="connsiteY15" fmla="*/ 212823 h 450066"/>
                <a:gd name="connsiteX16" fmla="*/ 303784 w 607850"/>
                <a:gd name="connsiteY16" fmla="*/ 0 h 450066"/>
                <a:gd name="connsiteX17" fmla="*/ 607850 w 607850"/>
                <a:gd name="connsiteY17" fmla="*/ 146272 h 450066"/>
                <a:gd name="connsiteX18" fmla="*/ 607850 w 607850"/>
                <a:gd name="connsiteY18" fmla="*/ 159629 h 450066"/>
                <a:gd name="connsiteX19" fmla="*/ 303784 w 607850"/>
                <a:gd name="connsiteY19" fmla="*/ 305901 h 450066"/>
                <a:gd name="connsiteX20" fmla="*/ 0 w 607850"/>
                <a:gd name="connsiteY20" fmla="*/ 159817 h 450066"/>
                <a:gd name="connsiteX21" fmla="*/ 0 w 607850"/>
                <a:gd name="connsiteY21" fmla="*/ 146178 h 450066"/>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7850" h="450066">
                  <a:moveTo>
                    <a:pt x="105213" y="237029"/>
                  </a:moveTo>
                  <a:lnTo>
                    <a:pt x="303784" y="332583"/>
                  </a:lnTo>
                  <a:lnTo>
                    <a:pt x="502355" y="237029"/>
                  </a:lnTo>
                  <a:lnTo>
                    <a:pt x="502355" y="323554"/>
                  </a:lnTo>
                  <a:cubicBezTo>
                    <a:pt x="502167" y="323931"/>
                    <a:pt x="502072" y="324307"/>
                    <a:pt x="501884" y="324683"/>
                  </a:cubicBezTo>
                  <a:lnTo>
                    <a:pt x="319233" y="412525"/>
                  </a:lnTo>
                  <a:lnTo>
                    <a:pt x="288430" y="412525"/>
                  </a:lnTo>
                  <a:lnTo>
                    <a:pt x="105213" y="324495"/>
                  </a:lnTo>
                  <a:close/>
                  <a:moveTo>
                    <a:pt x="575837" y="200688"/>
                  </a:moveTo>
                  <a:lnTo>
                    <a:pt x="575837" y="370765"/>
                  </a:lnTo>
                  <a:lnTo>
                    <a:pt x="591549" y="418459"/>
                  </a:lnTo>
                  <a:lnTo>
                    <a:pt x="567839" y="450066"/>
                  </a:lnTo>
                  <a:lnTo>
                    <a:pt x="559842" y="450066"/>
                  </a:lnTo>
                  <a:lnTo>
                    <a:pt x="536226" y="418459"/>
                  </a:lnTo>
                  <a:lnTo>
                    <a:pt x="551844" y="370765"/>
                  </a:lnTo>
                  <a:lnTo>
                    <a:pt x="551844" y="212823"/>
                  </a:lnTo>
                  <a:close/>
                  <a:moveTo>
                    <a:pt x="303784" y="0"/>
                  </a:moveTo>
                  <a:lnTo>
                    <a:pt x="607850" y="146272"/>
                  </a:lnTo>
                  <a:lnTo>
                    <a:pt x="607850" y="159629"/>
                  </a:lnTo>
                  <a:lnTo>
                    <a:pt x="303784" y="305901"/>
                  </a:lnTo>
                  <a:lnTo>
                    <a:pt x="0" y="159817"/>
                  </a:lnTo>
                  <a:lnTo>
                    <a:pt x="0" y="146178"/>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
            <p:cNvCxnSpPr/>
            <p:nvPr/>
          </p:nvCxnSpPr>
          <p:spPr>
            <a:xfrm>
              <a:off x="1319650" y="4217400"/>
              <a:ext cx="9540000"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5" name=""/>
          <p:cNvSpPr>
            <a:spLocks noGrp="1"/>
          </p:cNvSpPr>
          <p:nvPr>
            <p:ph type="ctrTitle" hasCustomPrompt="1"/>
          </p:nvPr>
        </p:nvSpPr>
        <p:spPr>
          <a:xfrm>
            <a:off x="1229649" y="1028700"/>
            <a:ext cx="9720000" cy="2376000"/>
          </a:xfrm>
          <a:prstGeom prst="rect">
            <a:avLst/>
          </a:prstGeom>
        </p:spPr>
        <p:txBody>
          <a:bodyPr wrap="square" anchor="b">
            <a:noAutofit/>
          </a:bodyPr>
          <a:lstStyle>
            <a:lvl1pPr algn="ctr">
              <a:lnSpc>
                <a:spcPct val="100000"/>
              </a:lnSpc>
              <a:defRPr sz="5400">
                <a:ln w="19050">
                  <a:noFill/>
                </a:ln>
                <a:solidFill>
                  <a:schemeClr val="tx1"/>
                </a:solidFill>
              </a:defRPr>
            </a:lvl1pPr>
          </a:lstStyle>
          <a:p>
            <a:pPr lvl="0"/>
            <a:r>
              <a:rPr lang="zh-CN" altLang="en-US"/>
              <a:t>Click to add title</a:t>
            </a:r>
            <a:endParaRPr lang="en-US"/>
          </a:p>
        </p:txBody>
      </p:sp>
      <p:sp>
        <p:nvSpPr>
          <p:cNvPr id="9" name=""/>
          <p:cNvSpPr>
            <a:spLocks noGrp="1"/>
          </p:cNvSpPr>
          <p:nvPr>
            <p:ph type="subTitle" sz="quarter" idx="1" hasCustomPrompt="1"/>
          </p:nvPr>
        </p:nvSpPr>
        <p:spPr>
          <a:xfrm>
            <a:off x="1229652" y="3492703"/>
            <a:ext cx="9720000" cy="648000"/>
          </a:xfrm>
          <a:prstGeom prst="rect">
            <a:avLst/>
          </a:prstGeom>
          <a:noFill/>
          <a:ln>
            <a:noFill/>
          </a:ln>
        </p:spPr>
        <p:txBody>
          <a:bodyPr vert="horz" wrap="square" lIns="91440" tIns="45720" rIns="91440" bIns="45720" rtlCol="0" anchor="t" anchorCtr="0">
            <a:normAutofit/>
          </a:bodyPr>
          <a:lstStyle>
            <a:lvl1pPr marL="0" indent="0" algn="ctr">
              <a:lnSpc>
                <a:spcPct val="100000"/>
              </a:lnSpc>
              <a:buNone/>
              <a:defRPr lang="en-US" sz="2400">
                <a:solidFill>
                  <a:schemeClr val="tx1"/>
                </a:solidFill>
                <a:latin typeface="+mj-lt"/>
              </a:defRPr>
            </a:lvl1pPr>
          </a:lstStyle>
          <a:p>
            <a:pPr lvl="0"/>
            <a:r>
              <a:rPr lang="zh-CN" altLang="en-US"/>
              <a:t>Click to add subtitle</a:t>
            </a:r>
            <a:endParaRPr lang="en-US"/>
          </a:p>
        </p:txBody>
      </p:sp>
      <p:sp>
        <p:nvSpPr>
          <p:cNvPr id="4" name=""/>
          <p:cNvSpPr>
            <a:spLocks noGrp="1"/>
          </p:cNvSpPr>
          <p:nvPr>
            <p:ph type="body" sz="quarter" idx="13" hasCustomPrompt="1"/>
          </p:nvPr>
        </p:nvSpPr>
        <p:spPr>
          <a:xfrm>
            <a:off x="3674922" y="4561558"/>
            <a:ext cx="2340000" cy="432000"/>
          </a:xfrm>
          <a:prstGeom prst="rect">
            <a:avLst/>
          </a:prstGeom>
        </p:spPr>
        <p:txBody>
          <a:bodyPr wrap="square" lIns="90000" anchor="ctr">
            <a:normAutofit/>
          </a:bodyPr>
          <a:lstStyle>
            <a:lvl1pPr marL="0" indent="0" algn="l">
              <a:lnSpc>
                <a:spcPct val="100000"/>
              </a:lnSpc>
              <a:buNone/>
              <a:defRPr sz="1400"/>
            </a:lvl1pPr>
          </a:lstStyle>
          <a:p>
            <a:pPr lvl="0"/>
            <a:r>
              <a:rPr lang="zh-CN" altLang="en-US"/>
              <a:t>Presenter name</a:t>
            </a:r>
            <a:endParaRPr lang="en-US"/>
          </a:p>
        </p:txBody>
      </p:sp>
      <p:sp>
        <p:nvSpPr>
          <p:cNvPr id="7" name=""/>
          <p:cNvSpPr>
            <a:spLocks noGrp="1"/>
          </p:cNvSpPr>
          <p:nvPr>
            <p:ph type="body" sz="quarter" idx="14" hasCustomPrompt="1"/>
          </p:nvPr>
        </p:nvSpPr>
        <p:spPr>
          <a:xfrm>
            <a:off x="6896452" y="4561558"/>
            <a:ext cx="2340000" cy="432000"/>
          </a:xfrm>
          <a:prstGeom prst="rect">
            <a:avLst/>
          </a:prstGeom>
        </p:spPr>
        <p:txBody>
          <a:bodyPr wrap="none" anchor="ctr">
            <a:normAutofit/>
          </a:bodyPr>
          <a:lstStyle>
            <a:lvl1pPr marL="0" indent="0" algn="l">
              <a:lnSpc>
                <a:spcPct val="100000"/>
              </a:lnSpc>
              <a:buNone/>
              <a:defRPr sz="1400"/>
            </a:lvl1pPr>
          </a:lstStyle>
          <a:p>
            <a:pPr lvl="0"/>
            <a:r>
              <a:rPr lang="zh-CN" altLang="en-US"/>
              <a:t>20XX.XX.XX</a:t>
            </a:r>
            <a:endParaRPr lang="en-US"/>
          </a:p>
        </p:txBody>
      </p:sp>
      <p:grpSp>
        <p:nvGrpSpPr>
          <p:cNvPr id="36" name=""/>
          <p:cNvGrpSpPr/>
          <p:nvPr/>
        </p:nvGrpSpPr>
        <p:grpSpPr>
          <a:xfrm>
            <a:off x="3118380" y="4543558"/>
            <a:ext cx="468000" cy="468000"/>
            <a:chOff x="3118380" y="4543558"/>
            <a:chExt cx="468000" cy="468000"/>
          </a:xfrm>
        </p:grpSpPr>
        <p:sp>
          <p:nvSpPr>
            <p:cNvPr id="14" name=""/>
            <p:cNvSpPr>
              <a:spLocks noChangeAspect="1"/>
            </p:cNvSpPr>
            <p:nvPr/>
          </p:nvSpPr>
          <p:spPr>
            <a:xfrm>
              <a:off x="3118380"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
            <p:cNvSpPr>
              <a:spLocks noChangeAspect="1"/>
            </p:cNvSpPr>
            <p:nvPr/>
          </p:nvSpPr>
          <p:spPr>
            <a:xfrm>
              <a:off x="3232712" y="4651558"/>
              <a:ext cx="239337" cy="252000"/>
            </a:xfrm>
            <a:custGeom>
              <a:gdLst>
                <a:gd name="T0" fmla="*/ 6150 w 6474"/>
                <a:gd name="T1" fmla="*/ 5849 h 6827"/>
                <a:gd name="T2" fmla="*/ 4672 w 6474"/>
                <a:gd name="T3" fmla="*/ 4081 h 6827"/>
                <a:gd name="T4" fmla="*/ 3237 w 6474"/>
                <a:gd name="T5" fmla="*/ 0 h 6827"/>
                <a:gd name="T6" fmla="*/ 1802 w 6474"/>
                <a:gd name="T7" fmla="*/ 4081 h 6827"/>
                <a:gd name="T8" fmla="*/ 325 w 6474"/>
                <a:gd name="T9" fmla="*/ 5849 h 6827"/>
                <a:gd name="T10" fmla="*/ 782 w 6474"/>
                <a:gd name="T11" fmla="*/ 6827 h 6827"/>
                <a:gd name="T12" fmla="*/ 5693 w 6474"/>
                <a:gd name="T13" fmla="*/ 6827 h 6827"/>
                <a:gd name="T14" fmla="*/ 6150 w 6474"/>
                <a:gd name="T15" fmla="*/ 5849 h 6827"/>
                <a:gd name="T16" fmla="*/ 1509 w 6474"/>
                <a:gd name="T17" fmla="*/ 2427 h 6827"/>
                <a:gd name="T18" fmla="*/ 3237 w 6474"/>
                <a:gd name="T19" fmla="*/ 557 h 6827"/>
                <a:gd name="T20" fmla="*/ 4913 w 6474"/>
                <a:gd name="T21" fmla="*/ 1866 h 6827"/>
                <a:gd name="T22" fmla="*/ 2472 w 6474"/>
                <a:gd name="T23" fmla="*/ 1687 h 6827"/>
                <a:gd name="T24" fmla="*/ 2006 w 6474"/>
                <a:gd name="T25" fmla="*/ 1762 h 6827"/>
                <a:gd name="T26" fmla="*/ 1509 w 6474"/>
                <a:gd name="T27" fmla="*/ 2427 h 6827"/>
                <a:gd name="T28" fmla="*/ 1651 w 6474"/>
                <a:gd name="T29" fmla="*/ 3012 h 6827"/>
                <a:gd name="T30" fmla="*/ 2335 w 6474"/>
                <a:gd name="T31" fmla="*/ 2326 h 6827"/>
                <a:gd name="T32" fmla="*/ 4958 w 6474"/>
                <a:gd name="T33" fmla="*/ 2517 h 6827"/>
                <a:gd name="T34" fmla="*/ 1651 w 6474"/>
                <a:gd name="T35" fmla="*/ 3012 h 6827"/>
                <a:gd name="T36" fmla="*/ 4053 w 6474"/>
                <a:gd name="T37" fmla="*/ 4435 h 6827"/>
                <a:gd name="T38" fmla="*/ 2422 w 6474"/>
                <a:gd name="T39" fmla="*/ 4435 h 6827"/>
                <a:gd name="T40" fmla="*/ 4053 w 6474"/>
                <a:gd name="T41" fmla="*/ 4435 h 6827"/>
                <a:gd name="T42" fmla="*/ 5693 w 6474"/>
                <a:gd name="T43" fmla="*/ 6270 h 6827"/>
                <a:gd name="T44" fmla="*/ 782 w 6474"/>
                <a:gd name="T45" fmla="*/ 6270 h 6827"/>
                <a:gd name="T46" fmla="*/ 752 w 6474"/>
                <a:gd name="T47" fmla="*/ 6206 h 6827"/>
                <a:gd name="T48" fmla="*/ 1965 w 6474"/>
                <a:gd name="T49" fmla="*/ 4754 h 6827"/>
                <a:gd name="T50" fmla="*/ 4510 w 6474"/>
                <a:gd name="T51" fmla="*/ 4755 h 6827"/>
                <a:gd name="T52" fmla="*/ 5723 w 6474"/>
                <a:gd name="T53" fmla="*/ 6206 h 6827"/>
                <a:gd name="T54" fmla="*/ 5693 w 6474"/>
                <a:gd name="T55" fmla="*/ 6270 h 682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74" h="6826">
                  <a:moveTo>
                    <a:pt x="6150" y="5849"/>
                  </a:moveTo>
                  <a:lnTo>
                    <a:pt x="4672" y="4081"/>
                  </a:lnTo>
                  <a:cubicBezTo>
                    <a:pt x="6334" y="2771"/>
                    <a:pt x="5433" y="0"/>
                    <a:pt x="3237" y="0"/>
                  </a:cubicBezTo>
                  <a:cubicBezTo>
                    <a:pt x="1047" y="0"/>
                    <a:pt x="134" y="2766"/>
                    <a:pt x="1802" y="4081"/>
                  </a:cubicBezTo>
                  <a:lnTo>
                    <a:pt x="325" y="5849"/>
                  </a:lnTo>
                  <a:cubicBezTo>
                    <a:pt x="0" y="6237"/>
                    <a:pt x="276" y="6827"/>
                    <a:pt x="782" y="6827"/>
                  </a:cubicBezTo>
                  <a:lnTo>
                    <a:pt x="5693" y="6827"/>
                  </a:lnTo>
                  <a:cubicBezTo>
                    <a:pt x="6199" y="6827"/>
                    <a:pt x="6474" y="6236"/>
                    <a:pt x="6150" y="5849"/>
                  </a:cubicBezTo>
                  <a:close/>
                  <a:moveTo>
                    <a:pt x="1509" y="2427"/>
                  </a:moveTo>
                  <a:cubicBezTo>
                    <a:pt x="1446" y="1415"/>
                    <a:pt x="2213" y="557"/>
                    <a:pt x="3237" y="557"/>
                  </a:cubicBezTo>
                  <a:cubicBezTo>
                    <a:pt x="3991" y="557"/>
                    <a:pt x="4706" y="1049"/>
                    <a:pt x="4913" y="1866"/>
                  </a:cubicBezTo>
                  <a:cubicBezTo>
                    <a:pt x="4202" y="2480"/>
                    <a:pt x="3109" y="2420"/>
                    <a:pt x="2472" y="1687"/>
                  </a:cubicBezTo>
                  <a:cubicBezTo>
                    <a:pt x="2337" y="1532"/>
                    <a:pt x="2086" y="1572"/>
                    <a:pt x="2006" y="1762"/>
                  </a:cubicBezTo>
                  <a:cubicBezTo>
                    <a:pt x="1896" y="2022"/>
                    <a:pt x="1725" y="2250"/>
                    <a:pt x="1509" y="2427"/>
                  </a:cubicBezTo>
                  <a:close/>
                  <a:moveTo>
                    <a:pt x="1651" y="3012"/>
                  </a:moveTo>
                  <a:cubicBezTo>
                    <a:pt x="1926" y="2834"/>
                    <a:pt x="2159" y="2600"/>
                    <a:pt x="2335" y="2326"/>
                  </a:cubicBezTo>
                  <a:cubicBezTo>
                    <a:pt x="3080" y="2932"/>
                    <a:pt x="4124" y="3014"/>
                    <a:pt x="4958" y="2517"/>
                  </a:cubicBezTo>
                  <a:cubicBezTo>
                    <a:pt x="4763" y="4234"/>
                    <a:pt x="2357" y="4593"/>
                    <a:pt x="1651" y="3012"/>
                  </a:cubicBezTo>
                  <a:close/>
                  <a:moveTo>
                    <a:pt x="4053" y="4435"/>
                  </a:moveTo>
                  <a:cubicBezTo>
                    <a:pt x="3614" y="5198"/>
                    <a:pt x="2860" y="5197"/>
                    <a:pt x="2422" y="4435"/>
                  </a:cubicBezTo>
                  <a:cubicBezTo>
                    <a:pt x="2946" y="4634"/>
                    <a:pt x="3528" y="4634"/>
                    <a:pt x="4053" y="4435"/>
                  </a:cubicBezTo>
                  <a:close/>
                  <a:moveTo>
                    <a:pt x="5693" y="6270"/>
                  </a:moveTo>
                  <a:lnTo>
                    <a:pt x="782" y="6270"/>
                  </a:lnTo>
                  <a:cubicBezTo>
                    <a:pt x="748" y="6270"/>
                    <a:pt x="730" y="6232"/>
                    <a:pt x="752" y="6206"/>
                  </a:cubicBezTo>
                  <a:lnTo>
                    <a:pt x="1965" y="4754"/>
                  </a:lnTo>
                  <a:cubicBezTo>
                    <a:pt x="2617" y="5833"/>
                    <a:pt x="3858" y="5837"/>
                    <a:pt x="4510" y="4755"/>
                  </a:cubicBezTo>
                  <a:lnTo>
                    <a:pt x="5723" y="6206"/>
                  </a:lnTo>
                  <a:cubicBezTo>
                    <a:pt x="5745" y="6232"/>
                    <a:pt x="5727" y="6270"/>
                    <a:pt x="5693" y="6270"/>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37" name=""/>
          <p:cNvGrpSpPr/>
          <p:nvPr/>
        </p:nvGrpSpPr>
        <p:grpSpPr>
          <a:xfrm>
            <a:off x="6338279" y="4543558"/>
            <a:ext cx="468000" cy="468000"/>
            <a:chOff x="6338279" y="4543558"/>
            <a:chExt cx="468000" cy="468000"/>
          </a:xfrm>
        </p:grpSpPr>
        <p:sp>
          <p:nvSpPr>
            <p:cNvPr id="20" name=""/>
            <p:cNvSpPr>
              <a:spLocks noChangeAspect="1"/>
            </p:cNvSpPr>
            <p:nvPr/>
          </p:nvSpPr>
          <p:spPr>
            <a:xfrm>
              <a:off x="6338279" y="4543558"/>
              <a:ext cx="468000" cy="468000"/>
            </a:xfrm>
            <a:prstGeom prst="ellipse">
              <a:avLst/>
            </a:prstGeom>
            <a:solidFill>
              <a:schemeClr val="accent1"/>
            </a:solidFill>
            <a:ln w="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
            <p:cNvSpPr>
              <a:spLocks noChangeAspect="1"/>
            </p:cNvSpPr>
            <p:nvPr/>
          </p:nvSpPr>
          <p:spPr>
            <a:xfrm>
              <a:off x="6460771" y="4651558"/>
              <a:ext cx="223017" cy="252000"/>
            </a:xfrm>
            <a:custGeom>
              <a:gdLst>
                <a:gd name="T0" fmla="*/ 4674 w 6479"/>
                <a:gd name="T1" fmla="*/ 4582 h 7332"/>
                <a:gd name="T2" fmla="*/ 5533 w 6479"/>
                <a:gd name="T3" fmla="*/ 3453 h 7332"/>
                <a:gd name="T4" fmla="*/ 5396 w 6479"/>
                <a:gd name="T5" fmla="*/ 2009 h 7332"/>
                <a:gd name="T6" fmla="*/ 946 w 6479"/>
                <a:gd name="T7" fmla="*/ 2249 h 7332"/>
                <a:gd name="T8" fmla="*/ 1140 w 6479"/>
                <a:gd name="T9" fmla="*/ 3719 h 7332"/>
                <a:gd name="T10" fmla="*/ 324 w 6479"/>
                <a:gd name="T11" fmla="*/ 6353 h 7332"/>
                <a:gd name="T12" fmla="*/ 5697 w 6479"/>
                <a:gd name="T13" fmla="*/ 7332 h 7332"/>
                <a:gd name="T14" fmla="*/ 4976 w 6479"/>
                <a:gd name="T15" fmla="*/ 2528 h 7332"/>
                <a:gd name="T16" fmla="*/ 4038 w 6479"/>
                <a:gd name="T17" fmla="*/ 3174 h 7332"/>
                <a:gd name="T18" fmla="*/ 4976 w 6479"/>
                <a:gd name="T19" fmla="*/ 2528 h 7332"/>
                <a:gd name="T20" fmla="*/ 3759 w 6479"/>
                <a:gd name="T21" fmla="*/ 1971 h 7332"/>
                <a:gd name="T22" fmla="*/ 3481 w 6479"/>
                <a:gd name="T23" fmla="*/ 2572 h 7332"/>
                <a:gd name="T24" fmla="*/ 2998 w 6479"/>
                <a:gd name="T25" fmla="*/ 2249 h 7332"/>
                <a:gd name="T26" fmla="*/ 1706 w 6479"/>
                <a:gd name="T27" fmla="*/ 1971 h 7332"/>
                <a:gd name="T28" fmla="*/ 1503 w 6479"/>
                <a:gd name="T29" fmla="*/ 3174 h 7332"/>
                <a:gd name="T30" fmla="*/ 2441 w 6479"/>
                <a:gd name="T31" fmla="*/ 2528 h 7332"/>
                <a:gd name="T32" fmla="*/ 1503 w 6479"/>
                <a:gd name="T33" fmla="*/ 3174 h 7332"/>
                <a:gd name="T34" fmla="*/ 2719 w 6479"/>
                <a:gd name="T35" fmla="*/ 3731 h 7332"/>
                <a:gd name="T36" fmla="*/ 2998 w 6479"/>
                <a:gd name="T37" fmla="*/ 3130 h 7332"/>
                <a:gd name="T38" fmla="*/ 3481 w 6479"/>
                <a:gd name="T39" fmla="*/ 3453 h 7332"/>
                <a:gd name="T40" fmla="*/ 4701 w 6479"/>
                <a:gd name="T41" fmla="*/ 3731 h 7332"/>
                <a:gd name="T42" fmla="*/ 3703 w 6479"/>
                <a:gd name="T43" fmla="*/ 5617 h 7332"/>
                <a:gd name="T44" fmla="*/ 2914 w 6479"/>
                <a:gd name="T45" fmla="*/ 5065 h 7332"/>
                <a:gd name="T46" fmla="*/ 3703 w 6479"/>
                <a:gd name="T47" fmla="*/ 5617 h 7332"/>
                <a:gd name="T48" fmla="*/ 782 w 6479"/>
                <a:gd name="T49" fmla="*/ 6774 h 7332"/>
                <a:gd name="T50" fmla="*/ 2283 w 6479"/>
                <a:gd name="T51" fmla="*/ 4879 h 7332"/>
                <a:gd name="T52" fmla="*/ 1914 w 6479"/>
                <a:gd name="T53" fmla="*/ 6774 h 7332"/>
                <a:gd name="T54" fmla="*/ 2637 w 6479"/>
                <a:gd name="T55" fmla="*/ 6174 h 7332"/>
                <a:gd name="T56" fmla="*/ 3992 w 6479"/>
                <a:gd name="T57" fmla="*/ 6774 h 7332"/>
                <a:gd name="T58" fmla="*/ 5697 w 6479"/>
                <a:gd name="T59" fmla="*/ 6774 h 7332"/>
                <a:gd name="T60" fmla="*/ 4103 w 6479"/>
                <a:gd name="T61" fmla="*/ 4919 h 7332"/>
                <a:gd name="T62" fmla="*/ 5727 w 6479"/>
                <a:gd name="T63" fmla="*/ 6710 h 733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79" h="7331">
                  <a:moveTo>
                    <a:pt x="6154" y="6353"/>
                  </a:moveTo>
                  <a:lnTo>
                    <a:pt x="4674" y="4582"/>
                  </a:lnTo>
                  <a:cubicBezTo>
                    <a:pt x="4961" y="4352"/>
                    <a:pt x="5190" y="4055"/>
                    <a:pt x="5338" y="3719"/>
                  </a:cubicBezTo>
                  <a:cubicBezTo>
                    <a:pt x="5451" y="3683"/>
                    <a:pt x="5533" y="3577"/>
                    <a:pt x="5533" y="3453"/>
                  </a:cubicBezTo>
                  <a:lnTo>
                    <a:pt x="5533" y="2249"/>
                  </a:lnTo>
                  <a:cubicBezTo>
                    <a:pt x="5533" y="2147"/>
                    <a:pt x="5478" y="2058"/>
                    <a:pt x="5396" y="2009"/>
                  </a:cubicBezTo>
                  <a:cubicBezTo>
                    <a:pt x="4680" y="0"/>
                    <a:pt x="1797" y="7"/>
                    <a:pt x="1083" y="2009"/>
                  </a:cubicBezTo>
                  <a:cubicBezTo>
                    <a:pt x="1001" y="2058"/>
                    <a:pt x="946" y="2147"/>
                    <a:pt x="946" y="2249"/>
                  </a:cubicBezTo>
                  <a:lnTo>
                    <a:pt x="946" y="3453"/>
                  </a:lnTo>
                  <a:cubicBezTo>
                    <a:pt x="946" y="3577"/>
                    <a:pt x="1028" y="3683"/>
                    <a:pt x="1140" y="3719"/>
                  </a:cubicBezTo>
                  <a:cubicBezTo>
                    <a:pt x="1289" y="4055"/>
                    <a:pt x="1517" y="4352"/>
                    <a:pt x="1805" y="4582"/>
                  </a:cubicBezTo>
                  <a:lnTo>
                    <a:pt x="324" y="6353"/>
                  </a:lnTo>
                  <a:cubicBezTo>
                    <a:pt x="0" y="6741"/>
                    <a:pt x="276" y="7332"/>
                    <a:pt x="782" y="7332"/>
                  </a:cubicBezTo>
                  <a:lnTo>
                    <a:pt x="5697" y="7332"/>
                  </a:lnTo>
                  <a:cubicBezTo>
                    <a:pt x="6203" y="7332"/>
                    <a:pt x="6479" y="6741"/>
                    <a:pt x="6154" y="6353"/>
                  </a:cubicBezTo>
                  <a:close/>
                  <a:moveTo>
                    <a:pt x="4976" y="2528"/>
                  </a:moveTo>
                  <a:lnTo>
                    <a:pt x="4976" y="3174"/>
                  </a:lnTo>
                  <a:lnTo>
                    <a:pt x="4038" y="3174"/>
                  </a:lnTo>
                  <a:lnTo>
                    <a:pt x="4038" y="2528"/>
                  </a:lnTo>
                  <a:lnTo>
                    <a:pt x="4976" y="2528"/>
                  </a:lnTo>
                  <a:close/>
                  <a:moveTo>
                    <a:pt x="4773" y="1971"/>
                  </a:moveTo>
                  <a:lnTo>
                    <a:pt x="3759" y="1971"/>
                  </a:lnTo>
                  <a:cubicBezTo>
                    <a:pt x="3606" y="1971"/>
                    <a:pt x="3481" y="2095"/>
                    <a:pt x="3481" y="2249"/>
                  </a:cubicBezTo>
                  <a:lnTo>
                    <a:pt x="3481" y="2572"/>
                  </a:lnTo>
                  <a:lnTo>
                    <a:pt x="2998" y="2572"/>
                  </a:lnTo>
                  <a:lnTo>
                    <a:pt x="2998" y="2249"/>
                  </a:lnTo>
                  <a:cubicBezTo>
                    <a:pt x="2998" y="2095"/>
                    <a:pt x="2873" y="1971"/>
                    <a:pt x="2719" y="1971"/>
                  </a:cubicBezTo>
                  <a:lnTo>
                    <a:pt x="1706" y="1971"/>
                  </a:lnTo>
                  <a:cubicBezTo>
                    <a:pt x="2333" y="759"/>
                    <a:pt x="4145" y="758"/>
                    <a:pt x="4773" y="1971"/>
                  </a:cubicBezTo>
                  <a:close/>
                  <a:moveTo>
                    <a:pt x="1503" y="3174"/>
                  </a:moveTo>
                  <a:lnTo>
                    <a:pt x="1503" y="2528"/>
                  </a:lnTo>
                  <a:lnTo>
                    <a:pt x="2441" y="2528"/>
                  </a:lnTo>
                  <a:lnTo>
                    <a:pt x="2441" y="3174"/>
                  </a:lnTo>
                  <a:lnTo>
                    <a:pt x="1503" y="3174"/>
                  </a:lnTo>
                  <a:close/>
                  <a:moveTo>
                    <a:pt x="1778" y="3731"/>
                  </a:moveTo>
                  <a:lnTo>
                    <a:pt x="2719" y="3731"/>
                  </a:lnTo>
                  <a:cubicBezTo>
                    <a:pt x="2873" y="3731"/>
                    <a:pt x="2998" y="3607"/>
                    <a:pt x="2998" y="3453"/>
                  </a:cubicBezTo>
                  <a:lnTo>
                    <a:pt x="2998" y="3130"/>
                  </a:lnTo>
                  <a:lnTo>
                    <a:pt x="3481" y="3130"/>
                  </a:lnTo>
                  <a:lnTo>
                    <a:pt x="3481" y="3453"/>
                  </a:lnTo>
                  <a:cubicBezTo>
                    <a:pt x="3481" y="3607"/>
                    <a:pt x="3606" y="3731"/>
                    <a:pt x="3759" y="3731"/>
                  </a:cubicBezTo>
                  <a:lnTo>
                    <a:pt x="4701" y="3731"/>
                  </a:lnTo>
                  <a:cubicBezTo>
                    <a:pt x="4022" y="4786"/>
                    <a:pt x="2466" y="4802"/>
                    <a:pt x="1778" y="3731"/>
                  </a:cubicBezTo>
                  <a:close/>
                  <a:moveTo>
                    <a:pt x="3703" y="5617"/>
                  </a:moveTo>
                  <a:lnTo>
                    <a:pt x="2776" y="5617"/>
                  </a:lnTo>
                  <a:cubicBezTo>
                    <a:pt x="2817" y="5453"/>
                    <a:pt x="2863" y="5270"/>
                    <a:pt x="2914" y="5065"/>
                  </a:cubicBezTo>
                  <a:cubicBezTo>
                    <a:pt x="3126" y="5095"/>
                    <a:pt x="3347" y="5096"/>
                    <a:pt x="3565" y="5065"/>
                  </a:cubicBezTo>
                  <a:cubicBezTo>
                    <a:pt x="3616" y="5269"/>
                    <a:pt x="3662" y="5453"/>
                    <a:pt x="3703" y="5617"/>
                  </a:cubicBezTo>
                  <a:close/>
                  <a:moveTo>
                    <a:pt x="1914" y="6774"/>
                  </a:moveTo>
                  <a:lnTo>
                    <a:pt x="782" y="6774"/>
                  </a:lnTo>
                  <a:cubicBezTo>
                    <a:pt x="748" y="6774"/>
                    <a:pt x="730" y="6736"/>
                    <a:pt x="752" y="6710"/>
                  </a:cubicBezTo>
                  <a:lnTo>
                    <a:pt x="2283" y="4879"/>
                  </a:lnTo>
                  <a:cubicBezTo>
                    <a:pt x="2318" y="4895"/>
                    <a:pt x="2345" y="4906"/>
                    <a:pt x="2376" y="4919"/>
                  </a:cubicBezTo>
                  <a:cubicBezTo>
                    <a:pt x="2077" y="6116"/>
                    <a:pt x="1965" y="6558"/>
                    <a:pt x="1914" y="6774"/>
                  </a:cubicBezTo>
                  <a:close/>
                  <a:moveTo>
                    <a:pt x="2487" y="6774"/>
                  </a:moveTo>
                  <a:cubicBezTo>
                    <a:pt x="2518" y="6649"/>
                    <a:pt x="2565" y="6460"/>
                    <a:pt x="2637" y="6174"/>
                  </a:cubicBezTo>
                  <a:lnTo>
                    <a:pt x="3842" y="6174"/>
                  </a:lnTo>
                  <a:cubicBezTo>
                    <a:pt x="3914" y="6460"/>
                    <a:pt x="3961" y="6649"/>
                    <a:pt x="3992" y="6774"/>
                  </a:cubicBezTo>
                  <a:lnTo>
                    <a:pt x="2487" y="6774"/>
                  </a:lnTo>
                  <a:close/>
                  <a:moveTo>
                    <a:pt x="5697" y="6774"/>
                  </a:moveTo>
                  <a:lnTo>
                    <a:pt x="4565" y="6774"/>
                  </a:lnTo>
                  <a:cubicBezTo>
                    <a:pt x="4513" y="6557"/>
                    <a:pt x="4400" y="6108"/>
                    <a:pt x="4103" y="4919"/>
                  </a:cubicBezTo>
                  <a:cubicBezTo>
                    <a:pt x="4133" y="4906"/>
                    <a:pt x="4158" y="4896"/>
                    <a:pt x="4196" y="4879"/>
                  </a:cubicBezTo>
                  <a:lnTo>
                    <a:pt x="5727" y="6710"/>
                  </a:lnTo>
                  <a:cubicBezTo>
                    <a:pt x="5748" y="6736"/>
                    <a:pt x="5731" y="6774"/>
                    <a:pt x="5697" y="6774"/>
                  </a:cubicBezTo>
                  <a:close/>
                </a:path>
              </a:pathLst>
            </a:cu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Tree>
  </p:cSld>
  <p:clrMapOvr>
    <a:overrideClrMapping bg1="lt1" tx1="dk1" bg2="lt2" tx2="dk2" accent1="accent1" accent2="accent2" accent3="accent3" accent4="accent4" accent5="accent5" accent6="accent6" hlink="hlink" folHlink="folHlink"/>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
          <p:cNvSpPr>
            <a:spLocks noGrp="1"/>
          </p:cNvSpPr>
          <p:nvPr>
            <p:ph type="title" hasCustomPrompt="1"/>
          </p:nvPr>
        </p:nvSpPr>
        <p:spPr/>
        <p:txBody>
          <a:bodyPr/>
          <a:lstStyle>
            <a:lvl1pPr>
              <a:defRPr/>
            </a:lvl1pPr>
          </a:lstStyle>
          <a:p>
            <a:pPr lvl="0"/>
            <a:r>
              <a:rPr lang="zh-CN" altLang="en-US"/>
              <a:t>Click to add title</a:t>
            </a:r>
            <a:endParaRPr lang="en-US"/>
          </a:p>
        </p:txBody>
      </p:sp>
      <p:sp>
        <p:nvSpPr>
          <p:cNvPr id="3" name=""/>
          <p:cNvSpPr>
            <a:spLocks noGrp="1"/>
          </p:cNvSpPr>
          <p:nvPr>
            <p:ph idx="1" hasCustomPrompt="1"/>
          </p:nvPr>
        </p:nvSpPr>
        <p:spPr/>
        <p:txBody>
          <a:bodyPr/>
          <a:lstStyle>
            <a:lvl1pPr>
              <a:defRPr/>
            </a:lvl1p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
          <p:cNvSpPr>
            <a:spLocks noGrp="1"/>
          </p:cNvSpPr>
          <p:nvPr>
            <p:ph type="dt" sz="half" idx="10"/>
          </p:nvPr>
        </p:nvSpPr>
        <p:spPr/>
        <p:txBody>
          <a:bodyPr/>
          <a:lstStyle/>
          <a:p>
            <a:endParaRPr lang="en-US"/>
          </a:p>
        </p:txBody>
      </p:sp>
      <p:sp>
        <p:nvSpPr>
          <p:cNvPr id="5" name=""/>
          <p:cNvSpPr>
            <a:spLocks noGrp="1"/>
          </p:cNvSpPr>
          <p:nvPr>
            <p:ph type="ftr" sz="quarter" idx="11"/>
          </p:nvPr>
        </p:nvSpPr>
        <p:spPr/>
        <p:txBody>
          <a:bodyPr/>
          <a:lstStyle/>
          <a:p>
            <a:endParaRPr lang="en-US"/>
          </a:p>
        </p:txBody>
      </p:sp>
      <p:sp>
        <p:nvSpPr>
          <p:cNvPr id="6" name=""/>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transition/>
  <p:timing/>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_ppt_slideLayouts_slideLayout3.xml" /><Relationship Type="http://schemas.openxmlformats.org/officeDocument/2006/relationships/slideLayout" Target="/ppt/slideLayouts/slideLayout2.xml" Id="_ppt_slideLayouts_slideLayout4.xml" /><Relationship Type="http://schemas.openxmlformats.org/officeDocument/2006/relationships/slideLayout" Target="/ppt/slideLayouts/slideLayout3.xml" Id="_ppt_slideLayouts_slideLayout5.xml" /><Relationship Type="http://schemas.openxmlformats.org/officeDocument/2006/relationships/slideLayout" Target="/ppt/slideLayouts/slideLayout4.xml" Id="_ppt_slideLayouts_slideLayout6.xml" /><Relationship Type="http://schemas.openxmlformats.org/officeDocument/2006/relationships/slideLayout" Target="/ppt/slideLayouts/slideLayout5.xml" Id="_ppt_slideLayouts_slideLayout7.xml" /><Relationship Type="http://schemas.openxmlformats.org/officeDocument/2006/relationships/theme" Target="/ppt/theme/theme1.xml" Id="_ppt_theme_theme1.xml" /><Relationship Type="http://schemas.openxmlformats.org/officeDocument/2006/relationships/slideLayout" Target="/ppt/slideLayouts/slideLayout6.xml" Id="_ppt_slideLayouts_slideLayout1.xml" /><Relationship Type="http://schemas.openxmlformats.org/officeDocument/2006/relationships/slideLayout" Target="/ppt/slideLayouts/slideLayout7.xml" Id="_ppt_slideLayouts_slideLayout2.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bg1"/>
        </a:solidFill>
        <a:effectLst/>
      </p:bgPr>
    </p:bg>
    <p:spTree>
      <p:nvGrpSpPr>
        <p:cNvPr id="1" name=""/>
        <p:cNvGrpSpPr/>
        <p:nvPr/>
      </p:nvGrpSpPr>
      <p:grpSpPr>
        <a:xfrm>
          <a:off x="0" y="0"/>
          <a:ext cx="0" cy="0"/>
        </a:xfrm>
      </p:grpSpPr>
      <p:sp>
        <p:nvSpPr>
          <p:cNvPr id="10" name=""/>
          <p:cNvSpPr/>
          <p:nvPr/>
        </p:nvSpPr>
        <p:spPr>
          <a:xfrm>
            <a:off x="0" y="308700"/>
            <a:ext cx="12192000" cy="72000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
        <p:nvSpPr>
          <p:cNvPr id="2" name=""/>
          <p:cNvSpPr>
            <a:spLocks noGrp="1"/>
          </p:cNvSpPr>
          <p:nvPr>
            <p:ph type="title"/>
          </p:nvPr>
        </p:nvSpPr>
        <p:spPr>
          <a:xfrm>
            <a:off x="660400" y="380700"/>
            <a:ext cx="10858500" cy="576000"/>
          </a:xfrm>
          <a:prstGeom prst="rect">
            <a:avLst/>
          </a:prstGeom>
        </p:spPr>
        <p:txBody>
          <a:bodyPr vert="horz" lIns="91440" tIns="45720" rIns="91440" bIns="45720" rtlCol="0" anchor="ctr">
            <a:normAutofit/>
          </a:bodyPr>
          <a:lstStyle/>
          <a:p>
            <a:pPr lvl="0"/>
            <a:r>
              <a:rPr lang="zh-CN" altLang="en-US"/>
              <a:t>Click to add title</a:t>
            </a:r>
            <a:endParaRPr lang="en-US"/>
          </a:p>
        </p:txBody>
      </p:sp>
      <p:sp>
        <p:nvSpPr>
          <p:cNvPr id="3" name=""/>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a:t>Click to add text</a:t>
            </a:r>
            <a:endParaRPr lang="en-US"/>
          </a:p>
          <a:p>
            <a:pPr lvl="1"/>
            <a:r>
              <a:rPr lang="zh-CN" altLang="en-US"/>
              <a:t>Second level</a:t>
            </a:r>
            <a:endParaRPr lang="en-US"/>
          </a:p>
          <a:p>
            <a:pPr lvl="2"/>
            <a:r>
              <a:rPr lang="zh-CN" altLang="en-US"/>
              <a:t>Third level</a:t>
            </a:r>
            <a:endParaRPr lang="en-US"/>
          </a:p>
          <a:p>
            <a:pPr lvl="3"/>
            <a:r>
              <a:rPr lang="zh-CN" altLang="en-US"/>
              <a:t>Fourth level</a:t>
            </a:r>
            <a:endParaRPr lang="en-US"/>
          </a:p>
          <a:p>
            <a:pPr lvl="4"/>
            <a:r>
              <a:rPr lang="zh-CN" altLang="en-US"/>
              <a:t>Fifth level</a:t>
            </a:r>
            <a:endParaRPr lang="en-US"/>
          </a:p>
        </p:txBody>
      </p:sp>
      <p:sp>
        <p:nvSpPr>
          <p:cNvPr id="4" name=""/>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t>‹#›</a:t>
            </a:fld>
            <a:endParaRPr lang="en-US"/>
          </a:p>
        </p:txBody>
      </p:sp>
      <p:sp>
        <p:nvSpPr>
          <p:cNvPr id="8" name=""/>
          <p:cNvSpPr/>
          <p:nvPr/>
        </p:nvSpPr>
        <p:spPr>
          <a:xfrm>
            <a:off x="-1" y="308700"/>
            <a:ext cx="648000" cy="720000"/>
          </a:xfrm>
          <a:prstGeom prst="homePlate">
            <a:avLst>
              <a:gd name="adj" fmla="val 538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kumimoji="1"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_ppt_slideLayouts_slideLayout1.xml"/>
    <p:sldLayoutId id="2147483650" r:id="_ppt_slideLayouts_slideLayout2.xml"/>
    <p:sldLayoutId id="2147483656" r:id="_ppt_slideLayouts_slideLayout3.xml"/>
    <p:sldLayoutId id="2147483651" r:id="_ppt_slideLayouts_slideLayout4.xml"/>
    <p:sldLayoutId id="2147483654" r:id="_ppt_slideLayouts_slideLayout5.xml"/>
    <p:sldLayoutId id="2147483655" r:id="_ppt_slideLayouts_slideLayout6.xml"/>
    <p:sldLayoutId id="2147483657" r:id="_ppt_slideLayouts_slideLayout7.xml"/>
  </p:sldLayoutIdLst>
  <p:transition/>
  <p:timing/>
  <p:txStyles>
    <p:title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&#65279;<?xml version="1.0" encoding="utf-8"?><Relationships xmlns="http://schemas.openxmlformats.org/package/2006/relationships"><Relationship Type="http://schemas.openxmlformats.org/officeDocument/2006/relationships/slideLayout" Target="/ppt/slideLayouts/slideLayout6.xml" Id="_ppt_slideLayouts_slideLayout1.xml" /><Relationship Type="http://schemas.openxmlformats.org/officeDocument/2006/relationships/tags" Target="/ppt/slides/tags/tag1.xml" Id="_ppt_slides_tags_tag1.xml" /></Relationships>
</file>

<file path=ppt/slides/_rels/slide2.xml.rels>&#65279;<?xml version="1.0" encoding="utf-8"?><Relationships xmlns="http://schemas.openxmlformats.org/package/2006/relationships"><Relationship Type="http://schemas.openxmlformats.org/officeDocument/2006/relationships/tags" Target="/ppt/slides/tags/tag2.xml" Id="_ppt_tags_tag16.xml" /><Relationship Type="http://schemas.openxmlformats.org/officeDocument/2006/relationships/tags" Target="/ppt/slides/tags/tag3.xml" Id="_ppt_tags_tag17.xml" /><Relationship Type="http://schemas.openxmlformats.org/officeDocument/2006/relationships/slideLayout" Target="/ppt/slideLayouts/slideLayout3.xml" Id="_ppt_slideLayouts_slideLayout5.xml" /></Relationships>
</file>

<file path=ppt/slides/_rels/slide3.xml.rels>&#65279;<?xml version="1.0" encoding="utf-8"?><Relationships xmlns="http://schemas.openxmlformats.org/package/2006/relationships"><Relationship Type="http://schemas.openxmlformats.org/officeDocument/2006/relationships/tags" Target="/ppt/slides/tags/tag4.xml" Id="_ppt_tags_tag14.xml" /><Relationship Type="http://schemas.openxmlformats.org/officeDocument/2006/relationships/tags" Target="/ppt/slides/tags/tag5.xml" Id="_ppt_tags_tag15.xml" /><Relationship Type="http://schemas.openxmlformats.org/officeDocument/2006/relationships/slideLayout" Target="/ppt/slideLayouts/slideLayout3.xml" Id="_ppt_slideLayouts_slideLayout5.xml" /><Relationship Type="http://schemas.openxmlformats.org/officeDocument/2006/relationships/image" Target="/ppt/media/image.jpeg" Id="_ppt_media_image8.jpeg" /></Relationships>
</file>

<file path=ppt/slides/_rels/slide4.xml.rels>&#65279;<?xml version="1.0" encoding="utf-8"?><Relationships xmlns="http://schemas.openxmlformats.org/package/2006/relationships"><Relationship Type="http://schemas.openxmlformats.org/officeDocument/2006/relationships/tags" Target="/ppt/slides/tags/tag6.xml" Id="_ppt_tags_tag20.xml" /><Relationship Type="http://schemas.openxmlformats.org/officeDocument/2006/relationships/tags" Target="/ppt/slides/tags/tag7.xml" Id="_ppt_tags_tag21.xml" /><Relationship Type="http://schemas.openxmlformats.org/officeDocument/2006/relationships/slideLayout" Target="/ppt/slideLayouts/slideLayout3.xml" Id="_ppt_slideLayouts_slideLayout5.xml" /><Relationship Type="http://schemas.openxmlformats.org/officeDocument/2006/relationships/image" Target="/ppt/media/image2.jpeg" Id="_ppt_media_image11.jpeg" /></Relationships>
</file>

<file path=ppt/slides/_rels/slide5.xml.rels>&#65279;<?xml version="1.0" encoding="utf-8"?><Relationships xmlns="http://schemas.openxmlformats.org/package/2006/relationships"><Relationship Type="http://schemas.openxmlformats.org/officeDocument/2006/relationships/tags" Target="/ppt/slides/tags/tag8.xml" Id="_ppt_tags_tag18.xml" /><Relationship Type="http://schemas.openxmlformats.org/officeDocument/2006/relationships/tags" Target="/ppt/slides/tags/tag9.xml" Id="_ppt_tags_tag19.xml" /><Relationship Type="http://schemas.openxmlformats.org/officeDocument/2006/relationships/slideLayout" Target="/ppt/slideLayouts/slideLayout3.xml" Id="_ppt_slideLayouts_slideLayout5.xml" /><Relationship Type="http://schemas.openxmlformats.org/officeDocument/2006/relationships/image" Target="/ppt/media/image3.jpeg" Id="_ppt_media_image12.jpeg" /></Relationships>
</file>

<file path=ppt/slides/_rels/slide6.xml.rels>&#65279;<?xml version="1.0" encoding="utf-8"?><Relationships xmlns="http://schemas.openxmlformats.org/package/2006/relationships"><Relationship Type="http://schemas.openxmlformats.org/officeDocument/2006/relationships/tags" Target="/ppt/slides/tags/tag10.xml" Id="_ppt_tags_tag22.xml" /><Relationship Type="http://schemas.openxmlformats.org/officeDocument/2006/relationships/tags" Target="/ppt/slides/tags/tag11.xml" Id="_ppt_tags_tag23.xml" /><Relationship Type="http://schemas.openxmlformats.org/officeDocument/2006/relationships/slideLayout" Target="/ppt/slideLayouts/slideLayout3.xml" Id="_ppt_slideLayouts_slideLayout5.xml" /><Relationship Type="http://schemas.openxmlformats.org/officeDocument/2006/relationships/image" Target="/ppt/media/image4.jpeg" Id="_ppt_media_image14.jpeg" /></Relationships>
</file>

<file path=ppt/slides/_rels/slide7.xml.rels>&#65279;<?xml version="1.0" encoding="utf-8"?><Relationships xmlns="http://schemas.openxmlformats.org/package/2006/relationships"><Relationship Type="http://schemas.openxmlformats.org/officeDocument/2006/relationships/tags" Target="/ppt/slides/tags/tag12.xml" Id="_ppt_tags_tag24.xml" /><Relationship Type="http://schemas.openxmlformats.org/officeDocument/2006/relationships/tags" Target="/ppt/slides/tags/tag13.xml" Id="_ppt_tags_tag25.xml" /><Relationship Type="http://schemas.openxmlformats.org/officeDocument/2006/relationships/slideLayout" Target="/ppt/slideLayouts/slideLayout3.xml" Id="_ppt_slideLayouts_slideLayout5.xml" /><Relationship Type="http://schemas.openxmlformats.org/officeDocument/2006/relationships/image" Target="/ppt/media/image5.jpeg" Id="_ppt_media_image17.jpeg" /></Relationships>
</file>

<file path=ppt/slides/_rels/slide8.xml.rels>&#65279;<?xml version="1.0" encoding="utf-8"?><Relationships xmlns="http://schemas.openxmlformats.org/package/2006/relationships"><Relationship Type="http://schemas.openxmlformats.org/officeDocument/2006/relationships/tags" Target="/ppt/slides/tags/tag14.xml" Id="_ppt_tags_tag26.xml" /><Relationship Type="http://schemas.openxmlformats.org/officeDocument/2006/relationships/tags" Target="/ppt/slides/tags/tag15.xml" Id="_ppt_tags_tag27.xml" /><Relationship Type="http://schemas.openxmlformats.org/officeDocument/2006/relationships/slideLayout" Target="/ppt/slideLayouts/slideLayout3.xml" Id="_ppt_slideLayouts_slideLayout5.xml" /><Relationship Type="http://schemas.openxmlformats.org/officeDocument/2006/relationships/image" Target="/ppt/media/image6.jpeg" Id="_ppt_media_image18.jpeg" /><Relationship Type="http://schemas.openxmlformats.org/officeDocument/2006/relationships/image" Target="/ppt/media/image7.jpeg" Id="_ppt_media_image20.jpeg" /></Relationships>
</file>

<file path=ppt/slides/_rels/slide9.xml.rels>&#65279;<?xml version="1.0" encoding="utf-8"?><Relationships xmlns="http://schemas.openxmlformats.org/package/2006/relationships"><Relationship Type="http://schemas.openxmlformats.org/officeDocument/2006/relationships/tags" Target="/ppt/slides/tags/tag16.xml" Id="_ppt_tags_tag28.xml" /><Relationship Type="http://schemas.openxmlformats.org/officeDocument/2006/relationships/tags" Target="/ppt/slides/tags/tag17.xml" Id="_ppt_tags_tag29.xml" /><Relationship Type="http://schemas.openxmlformats.org/officeDocument/2006/relationships/slideLayout" Target="/ppt/slideLayouts/slideLayout3.xml" Id="_ppt_slideLayouts_slideLayout5.xml" /><Relationship Type="http://schemas.openxmlformats.org/officeDocument/2006/relationships/image" Target="/ppt/media/image8.jpeg" Id="_ppt_media_image21.jpeg" /><Relationship Type="http://schemas.openxmlformats.org/officeDocument/2006/relationships/image" Target="/ppt/media/image9.jpeg" Id="_ppt_media_image22.jpeg" /><Relationship Type="http://schemas.openxmlformats.org/officeDocument/2006/relationships/image" Target="/ppt/media/image10.jpeg" Id="_ppt_media_image26.jpeg" /></Relationships>
</file>

<file path=ppt/slides/_rels/slide10.xml.rels>&#65279;<?xml version="1.0" encoding="utf-8"?><Relationships xmlns="http://schemas.openxmlformats.org/package/2006/relationships"><Relationship Type="http://schemas.openxmlformats.org/officeDocument/2006/relationships/tags" Target="/ppt/slides/tags/tag18.xml" Id="_ppt_tags_tag30.xml" /><Relationship Type="http://schemas.openxmlformats.org/officeDocument/2006/relationships/tags" Target="/ppt/slides/tags/tag19.xml" Id="_ppt_tags_tag31.xml" /><Relationship Type="http://schemas.openxmlformats.org/officeDocument/2006/relationships/slideLayout" Target="/ppt/slideLayouts/slideLayout3.xml" Id="_ppt_slideLayouts_slideLayout5.xml" /><Relationship Type="http://schemas.openxmlformats.org/officeDocument/2006/relationships/image" Target="/ppt/media/image11.jpeg" Id="_ppt_media_image23.jpeg" /><Relationship Type="http://schemas.openxmlformats.org/officeDocument/2006/relationships/image" Target="/ppt/media/image12.jpeg" Id="_ppt_media_image24.jpeg" /></Relationships>
</file>

<file path=ppt/slides/_rels/slide11.xml.rels>&#65279;<?xml version="1.0" encoding="utf-8"?><Relationships xmlns="http://schemas.openxmlformats.org/package/2006/relationships"><Relationship Type="http://schemas.openxmlformats.org/officeDocument/2006/relationships/tags" Target="/ppt/slides/tags/tag20.xml" Id="_ppt_tags_tag32.xml" /><Relationship Type="http://schemas.openxmlformats.org/officeDocument/2006/relationships/tags" Target="/ppt/slides/tags/tag21.xml" Id="_ppt_tags_tag33.xml" /><Relationship Type="http://schemas.openxmlformats.org/officeDocument/2006/relationships/slideLayout" Target="/ppt/slideLayouts/slideLayout3.xml" Id="_ppt_slideLayouts_slideLayout5.xml" /><Relationship Type="http://schemas.openxmlformats.org/officeDocument/2006/relationships/image" Target="/ppt/media/image13.jpeg" Id="_ppt_media_image30.jpeg" /></Relationships>
</file>

<file path=ppt/slides/_rels/slide12.xml.rels>&#65279;<?xml version="1.0" encoding="utf-8"?><Relationships xmlns="http://schemas.openxmlformats.org/package/2006/relationships"><Relationship Type="http://schemas.openxmlformats.org/officeDocument/2006/relationships/tags" Target="/ppt/slides/tags/tag22.xml" Id="_ppt_tags_tag34.xml" /><Relationship Type="http://schemas.openxmlformats.org/officeDocument/2006/relationships/tags" Target="/ppt/slides/tags/tag23.xml" Id="_ppt_tags_tag35.xml" /><Relationship Type="http://schemas.openxmlformats.org/officeDocument/2006/relationships/slideLayout" Target="/ppt/slideLayouts/slideLayout3.xml" Id="_ppt_slideLayouts_slideLayout5.xml" /><Relationship Type="http://schemas.openxmlformats.org/officeDocument/2006/relationships/image" Target="/ppt/media/image14.jpeg" Id="_ppt_media_image27.jpeg" /><Relationship Type="http://schemas.openxmlformats.org/officeDocument/2006/relationships/image" Target="/ppt/media/image15.jpeg" Id="_ppt_media_image28.jpeg" /><Relationship Type="http://schemas.openxmlformats.org/officeDocument/2006/relationships/image" Target="/ppt/media/image16.jpeg" Id="_ppt_media_image29.jpeg" /></Relationships>
</file>

<file path=ppt/slides/_rels/slide13.xml.rels>&#65279;<?xml version="1.0" encoding="utf-8"?><Relationships xmlns="http://schemas.openxmlformats.org/package/2006/relationships"><Relationship Type="http://schemas.openxmlformats.org/officeDocument/2006/relationships/tags" Target="/ppt/slides/tags/tag24.xml" Id="_ppt_tags_tag36.xml" /><Relationship Type="http://schemas.openxmlformats.org/officeDocument/2006/relationships/tags" Target="/ppt/slides/tags/tag25.xml" Id="_ppt_tags_tag37.xml" /><Relationship Type="http://schemas.openxmlformats.org/officeDocument/2006/relationships/slideLayout" Target="/ppt/slideLayouts/slideLayout3.xml" Id="_ppt_slideLayouts_slideLayout5.xml" /><Relationship Type="http://schemas.openxmlformats.org/officeDocument/2006/relationships/image" Target="/ppt/media/image17.jpeg" Id="_ppt_media_image32.jpeg" /><Relationship Type="http://schemas.openxmlformats.org/officeDocument/2006/relationships/image" Target="/ppt/media/image18.jpeg" Id="_ppt_media_image34.jpeg" /></Relationships>
</file>

<file path=ppt/slides/_rels/slide14.xml.rels>&#65279;<?xml version="1.0" encoding="utf-8"?><Relationships xmlns="http://schemas.openxmlformats.org/package/2006/relationships"><Relationship Type="http://schemas.openxmlformats.org/officeDocument/2006/relationships/tags" Target="/ppt/slides/tags/tag26.xml" Id="_ppt_tags_tag38.xml" /><Relationship Type="http://schemas.openxmlformats.org/officeDocument/2006/relationships/tags" Target="/ppt/slides/tags/tag27.xml" Id="_ppt_tags_tag39.xml" /><Relationship Type="http://schemas.openxmlformats.org/officeDocument/2006/relationships/slideLayout" Target="/ppt/slideLayouts/slideLayout3.xml" Id="_ppt_slideLayouts_slideLayout5.xml" /><Relationship Type="http://schemas.openxmlformats.org/officeDocument/2006/relationships/image" Target="/ppt/media/image17.jpeg" Id="_ppt_media_image32.jpeg" /><Relationship Type="http://schemas.openxmlformats.org/officeDocument/2006/relationships/image" Target="/ppt/media/image18.jpeg" Id="_ppt_media_image34.jpeg"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_ppt_slideLayouts_slideLayout4.xml" /></Relationships>
</file>

<file path=ppt/slides/_rels/slide16.xml.rels>&#65279;<?xml version="1.0" encoding="utf-8"?><Relationships xmlns="http://schemas.openxmlformats.org/package/2006/relationships"><Relationship Type="http://schemas.openxmlformats.org/officeDocument/2006/relationships/tags" Target="/ppt/slides/tags/tag28.xml" Id="_ppt_tags_tag2.xml" /><Relationship Type="http://schemas.openxmlformats.org/officeDocument/2006/relationships/tags" Target="/ppt/slides/tags/tag29.xml" Id="_ppt_tags_tag3.xml" /><Relationship Type="http://schemas.openxmlformats.org/officeDocument/2006/relationships/slideLayout" Target="/ppt/slideLayouts/slideLayout3.xml" Id="_ppt_slideLayouts_slideLayout5.xml" /><Relationship Type="http://schemas.openxmlformats.org/officeDocument/2006/relationships/image" Target="/ppt/media/image19.jpeg" Id="_ppt_media_image35.jpeg" /></Relationships>
</file>

<file path=ppt/slides/_rels/slide17.xml.rels>&#65279;<?xml version="1.0" encoding="utf-8"?><Relationships xmlns="http://schemas.openxmlformats.org/package/2006/relationships"><Relationship Type="http://schemas.openxmlformats.org/officeDocument/2006/relationships/tags" Target="/ppt/slides/tags/tag30.xml" Id="_ppt_tags_tag4.xml" /><Relationship Type="http://schemas.openxmlformats.org/officeDocument/2006/relationships/tags" Target="/ppt/slides/tags/tag31.xml" Id="_ppt_tags_tag5.xml" /><Relationship Type="http://schemas.openxmlformats.org/officeDocument/2006/relationships/slideLayout" Target="/ppt/slideLayouts/slideLayout3.xml" Id="_ppt_slideLayouts_slideLayout5.xml" /><Relationship Type="http://schemas.openxmlformats.org/officeDocument/2006/relationships/image" Target="/ppt/media/image20.jpeg" Id="_ppt_media_image36.jpeg" /></Relationships>
</file>

<file path=ppt/slides/_rels/slide18.xml.rels>&#65279;<?xml version="1.0" encoding="utf-8"?><Relationships xmlns="http://schemas.openxmlformats.org/package/2006/relationships"><Relationship Type="http://schemas.openxmlformats.org/officeDocument/2006/relationships/tags" Target="/ppt/slides/tags/tag32.xml" Id="_ppt_tags_tag6.xml" /><Relationship Type="http://schemas.openxmlformats.org/officeDocument/2006/relationships/tags" Target="/ppt/slides/tags/tag33.xml" Id="_ppt_tags_tag7.xml" /><Relationship Type="http://schemas.openxmlformats.org/officeDocument/2006/relationships/slideLayout" Target="/ppt/slideLayouts/slideLayout3.xml" Id="_ppt_slideLayouts_slideLayout5.xml" /><Relationship Type="http://schemas.openxmlformats.org/officeDocument/2006/relationships/image" Target="/ppt/media/image21.jpeg" Id="_ppt_media_image37.jpeg" /></Relationships>
</file>

<file path=ppt/slides/_rels/slide19.xml.rels>&#65279;<?xml version="1.0" encoding="utf-8"?><Relationships xmlns="http://schemas.openxmlformats.org/package/2006/relationships"><Relationship Type="http://schemas.openxmlformats.org/officeDocument/2006/relationships/tags" Target="/ppt/slides/tags/tag34.xml" Id="_ppt_tags_tag8.xml" /><Relationship Type="http://schemas.openxmlformats.org/officeDocument/2006/relationships/tags" Target="/ppt/slides/tags/tag35.xml" Id="_ppt_tags_tag9.xml" /><Relationship Type="http://schemas.openxmlformats.org/officeDocument/2006/relationships/slideLayout" Target="/ppt/slideLayouts/slideLayout3.xml" Id="_ppt_slideLayouts_slideLayout5.xml" /><Relationship Type="http://schemas.openxmlformats.org/officeDocument/2006/relationships/image" Target="/ppt/media/image22.jpeg" Id="_ppt_media_image39.jpeg" /></Relationships>
</file>

<file path=ppt/slides/_rels/slide20.xml.rels>&#65279;<?xml version="1.0" encoding="utf-8"?><Relationships xmlns="http://schemas.openxmlformats.org/package/2006/relationships"><Relationship Type="http://schemas.openxmlformats.org/officeDocument/2006/relationships/tags" Target="/ppt/slides/tags/tag36.xml" Id="_ppt_tags_tag10.xml" /><Relationship Type="http://schemas.openxmlformats.org/officeDocument/2006/relationships/tags" Target="/ppt/slides/tags/tag37.xml" Id="_ppt_tags_tag11.xml" /><Relationship Type="http://schemas.openxmlformats.org/officeDocument/2006/relationships/slideLayout" Target="/ppt/slideLayouts/slideLayout3.xml" Id="_ppt_slideLayouts_slideLayout5.xml" /><Relationship Type="http://schemas.openxmlformats.org/officeDocument/2006/relationships/image" Target="/ppt/media/image23.jpeg" Id="_ppt_media_image40.jpeg" /></Relationships>
</file>

<file path=ppt/slides/_rels/slide21.xml.rels>&#65279;<?xml version="1.0" encoding="utf-8"?><Relationships xmlns="http://schemas.openxmlformats.org/package/2006/relationships"><Relationship Type="http://schemas.openxmlformats.org/officeDocument/2006/relationships/tags" Target="/ppt/slides/tags/tag38.xml" Id="_ppt_tags_tag12.xml" /><Relationship Type="http://schemas.openxmlformats.org/officeDocument/2006/relationships/tags" Target="/ppt/slides/tags/tag39.xml" Id="_ppt_tags_tag40.xml" /><Relationship Type="http://schemas.openxmlformats.org/officeDocument/2006/relationships/slideLayout" Target="/ppt/slideLayouts/slideLayout3.xml" Id="_ppt_slideLayouts_slideLayout5.xml" /><Relationship Type="http://schemas.openxmlformats.org/officeDocument/2006/relationships/image" Target="/ppt/media/image24.jpeg" Id="_ppt_media_image41.jpeg" /></Relationships>
</file>

<file path=ppt/slides/_rels/slide22.xml.rels>&#65279;<?xml version="1.0" encoding="utf-8"?><Relationships xmlns="http://schemas.openxmlformats.org/package/2006/relationships"><Relationship Type="http://schemas.openxmlformats.org/officeDocument/2006/relationships/tags" Target="/ppt/slides/tags/tag40.xml" Id="_ppt_tags_tag41.xml" /><Relationship Type="http://schemas.openxmlformats.org/officeDocument/2006/relationships/tags" Target="/ppt/slides/tags/tag41.xml" Id="_ppt_tags_tag42.xml" /><Relationship Type="http://schemas.openxmlformats.org/officeDocument/2006/relationships/slideLayout" Target="/ppt/slideLayouts/slideLayout3.xml" Id="_ppt_slideLayouts_slideLayout5.xml" /><Relationship Type="http://schemas.openxmlformats.org/officeDocument/2006/relationships/image" Target="/ppt/media/image25.jpeg" Id="_ppt_media_image42.jpeg"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_ppt_slideLayouts_slideLayout7.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 name=""/>
          <p:cNvSpPr>
            <a:spLocks noGrp="1"/>
          </p:cNvSpPr>
          <p:nvPr>
            <p:ph type="ctrTitle" hasCustomPrompt="1"/>
          </p:nvPr>
        </p:nvSpPr>
        <p:spPr/>
        <p:txBody>
          <a:bodyPr/>
          <a:lstStyle/>
          <a:p>
            <a:pPr algn="ctr" marL="0" marR="0" indent="0" lvl="0">
              <a:lnSpc>
                <a:spcPct val="100000"/>
              </a:lnSpc>
            </a:pPr>
            <a:r>
              <a:rPr lang="zh-CN" altLang="en-US" dirty="0" b="1" baseline="0" sz="2400">
                <a:solidFill>
                  <a:schemeClr val="tx1"/>
                </a:solidFill>
              </a:rPr>
              <a:t>Towards In-Depth Root Cause Localization</a:t>
            </a:r>
            <a:endParaRPr lang="zh-CN" altLang="en-US" dirty="0"/>
          </a:p>
          <a:p>
            <a:pPr algn="ctr" marL="0" marR="0" indent="0" lvl="0">
              <a:lnSpc>
                <a:spcPct val="100000"/>
              </a:lnSpc>
            </a:pPr>
            <a:r>
              <a:rPr lang="zh-CN" altLang="en-US" dirty="0" b="1" baseline="0" sz="2400">
                <a:solidFill>
                  <a:schemeClr val="tx1"/>
                </a:solidFill>
              </a:rPr>
              <a:t>for Microservices with Multi-Agent</a:t>
            </a:r>
            <a:endParaRPr lang="zh-CN" altLang="en-US" dirty="0"/>
          </a:p>
          <a:p>
            <a:pPr algn="ctr" marL="0" marR="0" indent="0" lvl="0">
              <a:lnSpc>
                <a:spcPct val="100000"/>
              </a:lnSpc>
            </a:pPr>
            <a:r>
              <a:rPr lang="zh-CN" altLang="en-US" dirty="0" b="1" baseline="0" sz="2400">
                <a:solidFill>
                  <a:schemeClr val="tx1"/>
                </a:solidFill>
              </a:rPr>
              <a:t>Recursion-of-Thought</a:t>
            </a:r>
            <a:endParaRPr lang="zh-CN" altLang="en-US" dirty="0"/>
          </a:p>
        </p:txBody>
      </p:sp>
      <p:sp>
        <p:nvSpPr>
          <p:cNvPr id="9" name=""/>
          <p:cNvSpPr>
            <a:spLocks noGrp="1"/>
          </p:cNvSpPr>
          <p:nvPr>
            <p:ph type="subTitle" sz="quarter" idx="1" hasCustomPrompt="1"/>
          </p:nvPr>
        </p:nvSpPr>
        <p:spPr/>
        <p:txBody>
          <a:bodyPr>
            <a:normAutofit lnSpcReduction="0" fontScale="100000"/>
          </a:bodyPr>
          <a:lstStyle/>
          <a:p>
            <a:pPr algn="ctr" marL="0" marR="0" indent="0" lvl="0">
              <a:lnSpc>
                <a:spcPct val="100000"/>
              </a:lnSpc>
            </a:pPr>
            <a:r>
              <a:rPr lang="zh-CN" altLang="en-US" dirty="0" baseline="0" sz="2400">
                <a:solidFill>
                  <a:schemeClr val="tx1"/>
                </a:solidFill>
              </a:rPr>
              <a:t>2026  IEEE TDSC</a:t>
            </a:r>
            <a:endParaRPr lang="zh-CN" altLang="en-US" dirty="0"/>
          </a:p>
        </p:txBody>
      </p:sp>
      <p:sp>
        <p:nvSpPr>
          <p:cNvPr id="4" name=""/>
          <p:cNvSpPr>
            <a:spLocks noGrp="1"/>
          </p:cNvSpPr>
          <p:nvPr>
            <p:ph type="body" sz="quarter" idx="13" hasCustomPrompt="1"/>
          </p:nvPr>
        </p:nvSpPr>
        <p:spPr/>
        <p:txBody>
          <a:bodyPr>
            <a:normAutofit lnSpcReduction="0" fontScale="100000"/>
          </a:bodyPr>
          <a:lstStyle/>
          <a:p>
            <a:pPr algn="l" marL="0" marR="0" indent="0" lvl="0">
              <a:lnSpc>
                <a:spcPct val="100000"/>
              </a:lnSpc>
            </a:pPr>
            <a:r>
              <a:rPr lang="zh-CN" altLang="en-US" dirty="0" baseline="0" sz="1400">
                <a:solidFill>
                  <a:schemeClr val="tx1"/>
                </a:solidFill>
              </a:rPr>
              <a:t>刘军辉</a:t>
            </a:r>
            <a:endParaRPr lang="zh-CN" altLang="en-US" dirty="0"/>
          </a:p>
        </p:txBody>
      </p:sp>
      <p:sp>
        <p:nvSpPr>
          <p:cNvPr id="7" name=""/>
          <p:cNvSpPr>
            <a:spLocks noGrp="1"/>
          </p:cNvSpPr>
          <p:nvPr>
            <p:ph type="body" sz="quarter" idx="14" hasCustomPrompt="1"/>
          </p:nvPr>
        </p:nvSpPr>
        <p:spPr>
          <a:xfrm>
            <a:off x="6896452" y="4561558"/>
            <a:ext cx="2340000" cy="432000"/>
          </a:xfrm>
        </p:spPr>
        <p:txBody>
          <a:bodyPr/>
          <a:lstStyle/>
          <a:p>
            <a:r>
              <a:rPr lang="zh-CN" altLang="en-US">
                <a:solidFill>
                  <a:schemeClr val="tx1"/>
                </a:solidFill>
              </a:rPr>
              <a:t>2026/08/29</a:t>
            </a:r>
            <a:endParaRPr lang="en-US"/>
          </a:p>
        </p:txBody>
      </p:sp>
    </p:spTree>
  </p:cSld>
  <p:clrMapOvr>
    <a:masterClrMapping/>
  </p:clrMapOvr>
  <p:transition/>
  <p:timing/>
</p:sld>
</file>

<file path=ppt/slides/slide2.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grpSp>
        <p:nvGrpSpPr>
          <p:cNvPr id="3" name="d3fb0efb-92bf-4090-88ef-060858c61e43.source.3.zh-Hans.pptx">
            <a:extLst>
              <a:ext uri="{FF2B5EF4-FFF2-40B4-BE49-F238E27FC236}">
                <a16:creationId id="{BF6450BE-B218-6D40-113F-6E7E703C6E28}"/>
              </a:ext>
            </a:extLst>
          </p:cNvPr>
          <p:cNvGrpSpPr/>
          <p:nvPr/>
        </p:nvGrpSpPr>
        <p:grpSpPr>
          <a:xfrm>
            <a:off x="660399" y="1130300"/>
            <a:ext cx="10858501" cy="5003800"/>
            <a:chOff x="660399" y="1130300"/>
            <a:chExt cx="10858501" cy="5003800"/>
          </a:xfrm>
        </p:grpSpPr>
        <p:grpSp>
          <p:nvGrpSpPr>
            <p:cNvPr id="13" name="组合 12">
              <a:extLst>
                <a:ext uri="{FF2B5EF4-FFF2-40B4-BE49-F238E27FC236}">
                  <a16:creationId id="{D387F21A-1B25-4FBF-FE71-D5BED3B14992}"/>
                </a:ext>
              </a:extLst>
            </p:cNvPr>
            <p:cNvGrpSpPr/>
            <p:nvPr/>
          </p:nvGrpSpPr>
          <p:grpSpPr>
            <a:xfrm>
              <a:off x="660400" y="2041218"/>
              <a:ext cx="3568900" cy="4092882"/>
              <a:chOff x="660400" y="2041218"/>
              <a:chExt cx="3568900" cy="4092882"/>
            </a:xfrm>
          </p:grpSpPr>
          <p:grpSp>
            <p:nvGrpSpPr>
              <p:cNvPr id="12" name="组合 11">
                <a:extLst>
                  <a:ext uri="{FF2B5EF4-FFF2-40B4-BE49-F238E27FC236}">
                    <a16:creationId id="{B7252422-C0A3-A6C9-3F93-6A763BDEB808}"/>
                  </a:ext>
                </a:extLst>
              </p:cNvPr>
              <p:cNvGrpSpPr/>
              <p:nvPr/>
            </p:nvGrpSpPr>
            <p:grpSpPr>
              <a:xfrm>
                <a:off x="998220" y="2779679"/>
                <a:ext cx="3231080" cy="3354421"/>
                <a:chOff x="998220" y="2779679"/>
                <a:chExt cx="3231080" cy="3354421"/>
              </a:xfrm>
            </p:grpSpPr>
            <p:sp>
              <p:nvSpPr>
                <p:cNvPr id="40" name="Text1">
                  <a:extLst>
                    <a:ext uri="{FF2B5EF4-FFF2-40B4-BE49-F238E27FC236}">
                      <a16:creationId id="{B00E006D-9DD6-BE8A-9486-16D02CDAF848}"/>
                    </a:ext>
                  </a:extLst>
                </p:cNvPr>
                <p:cNvSpPr txBox="1"/>
                <p:nvPr/>
              </p:nvSpPr>
              <p:spPr>
                <a:xfrm>
                  <a:off x="998220" y="3335964"/>
                  <a:ext cx="3231079" cy="2798136"/>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Modern microservice systems consist of hundreds or even thousands of fine-grained, interdependent components. A single user request may propagate through a deep and branching invocation chain.</a:t>
                  </a:r>
                  <a:endParaRPr lang="en-US" dirty="0"/>
                </a:p>
              </p:txBody>
            </p:sp>
            <p:sp>
              <p:nvSpPr>
                <p:cNvPr id="41" name="Bullet1">
                  <a:extLst>
                    <a:ext uri="{FF2B5EF4-FFF2-40B4-BE49-F238E27FC236}">
                      <a16:creationId id="{10B3FA3E-94A2-751E-25D6-886D7542F1D0}"/>
                    </a:ext>
                  </a:extLst>
                </p:cNvPr>
                <p:cNvSpPr txBox="1"/>
                <p:nvPr/>
              </p:nvSpPr>
              <p:spPr>
                <a:xfrm>
                  <a:off x="998220" y="2779679"/>
                  <a:ext cx="3231080" cy="539955"/>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Increasing System Complexity</a:t>
                  </a:r>
                  <a:endParaRPr lang="en-US" dirty="0"/>
                </a:p>
              </p:txBody>
            </p:sp>
          </p:grpSp>
          <p:grpSp>
            <p:nvGrpSpPr>
              <p:cNvPr id="45" name="组合 44">
                <a:extLst>
                  <a:ext uri="{FF2B5EF4-FFF2-40B4-BE49-F238E27FC236}">
                    <a16:creationId id="{0C6DF2F9-B9FF-5717-5C2F-8F074AFD76A1}"/>
                  </a:ext>
                </a:extLst>
              </p:cNvPr>
              <p:cNvGrpSpPr/>
              <p:nvPr/>
            </p:nvGrpSpPr>
            <p:grpSpPr>
              <a:xfrm>
                <a:off x="660400" y="2041218"/>
                <a:ext cx="590550" cy="4092882"/>
                <a:chOff x="660400" y="2041218"/>
                <a:chExt cx="590550" cy="4092882"/>
              </a:xfrm>
            </p:grpSpPr>
            <p:sp>
              <p:nvSpPr>
                <p:cNvPr id="42" name="Number1">
                  <a:extLst>
                    <a:ext uri="{FF2B5EF4-FFF2-40B4-BE49-F238E27FC236}">
                      <a16:creationId id="{8565F842-2F36-08C4-BB74-F08035058818}"/>
                    </a:ext>
                  </a:extLst>
                </p:cNvPr>
                <p:cNvSpPr/>
                <p:nvPr/>
              </p:nvSpPr>
              <p:spPr>
                <a:xfrm>
                  <a:off x="660400" y="2041218"/>
                  <a:ext cx="590550" cy="590548"/>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1</a:t>
                  </a:r>
                  <a:endParaRPr lang="zh-CN" altLang="en-US" dirty="0">
                    <a:solidFill>
                      <a:srgbClr val="FFFFFF"/>
                    </a:solidFill>
                  </a:endParaRPr>
                </a:p>
              </p:txBody>
            </p:sp>
            <p:cxnSp>
              <p:nvCxnSpPr>
                <p:cNvPr id="44" name="直接连接符 43">
                  <a:extLst>
                    <a:ext uri="{FF2B5EF4-FFF2-40B4-BE49-F238E27FC236}">
                      <a16:creationId id="{112315CA-FFFE-8A89-F0E4-49C343BAC030}"/>
                    </a:ext>
                  </a:extLst>
                </p:cNvPr>
                <p:cNvCxnSpPr>
                  <a:cxnSpLocks/>
                  <a:stCxn id="42" idx="4"/>
                </p:cNvCxnSpPr>
                <p:nvPr/>
              </p:nvCxnSpPr>
              <p:spPr>
                <a:xfrm>
                  <a:off x="955675" y="2631766"/>
                  <a:ext cx="0" cy="3502334"/>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 name="组合 13">
              <a:extLst>
                <a:ext uri="{FF2B5EF4-FFF2-40B4-BE49-F238E27FC236}">
                  <a16:creationId id="{B9D112F8-6231-5A2A-F1AF-F528A7287EA6}"/>
                </a:ext>
              </a:extLst>
            </p:cNvPr>
            <p:cNvGrpSpPr/>
            <p:nvPr/>
          </p:nvGrpSpPr>
          <p:grpSpPr>
            <a:xfrm>
              <a:off x="4305200" y="2041218"/>
              <a:ext cx="3568900" cy="4092882"/>
              <a:chOff x="660400" y="2041218"/>
              <a:chExt cx="3568900" cy="4092882"/>
            </a:xfrm>
          </p:grpSpPr>
          <p:grpSp>
            <p:nvGrpSpPr>
              <p:cNvPr id="15" name="组合 14">
                <a:extLst>
                  <a:ext uri="{FF2B5EF4-FFF2-40B4-BE49-F238E27FC236}">
                    <a16:creationId id="{5DCB06F8-D77B-95F6-1CE2-F8541F144514}"/>
                  </a:ext>
                </a:extLst>
              </p:cNvPr>
              <p:cNvGrpSpPr/>
              <p:nvPr/>
            </p:nvGrpSpPr>
            <p:grpSpPr>
              <a:xfrm>
                <a:off x="998220" y="2779679"/>
                <a:ext cx="3231080" cy="3354421"/>
                <a:chOff x="998220" y="2779679"/>
                <a:chExt cx="3231080" cy="3354421"/>
              </a:xfrm>
            </p:grpSpPr>
            <p:sp>
              <p:nvSpPr>
                <p:cNvPr id="19" name="Text2">
                  <a:extLst>
                    <a:ext uri="{FF2B5EF4-FFF2-40B4-BE49-F238E27FC236}">
                      <a16:creationId id="{57260151-0568-10D9-1CF9-99B9FE8C61BD}"/>
                    </a:ext>
                  </a:extLst>
                </p:cNvPr>
                <p:cNvSpPr txBox="1"/>
                <p:nvPr/>
              </p:nvSpPr>
              <p:spPr>
                <a:xfrm>
                  <a:off x="998220" y="3335964"/>
                  <a:ext cx="3231079" cy="2798136"/>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Failures usually manifest as observable anomalies rather than explicit root causes. Typical signals include abnormal latency, error logs, resource spikes, and irregular traces. Traces, metrics, and logs provide complementary but partial evidence.</a:t>
                  </a:r>
                  <a:endParaRPr lang="en-US" dirty="0"/>
                </a:p>
              </p:txBody>
            </p:sp>
            <p:sp>
              <p:nvSpPr>
                <p:cNvPr id="20" name="Bullet2">
                  <a:extLst>
                    <a:ext uri="{FF2B5EF4-FFF2-40B4-BE49-F238E27FC236}">
                      <a16:creationId id="{EF927880-8DE8-DFC3-162D-71CE864B24C4}"/>
                    </a:ext>
                  </a:extLst>
                </p:cNvPr>
                <p:cNvSpPr txBox="1"/>
                <p:nvPr/>
              </p:nvSpPr>
              <p:spPr>
                <a:xfrm>
                  <a:off x="998220" y="2779679"/>
                  <a:ext cx="3231080" cy="539955"/>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Failures Are Difficult to Observe Directly</a:t>
                  </a:r>
                  <a:endParaRPr lang="en-US" dirty="0"/>
                </a:p>
              </p:txBody>
            </p:sp>
          </p:grpSp>
          <p:grpSp>
            <p:nvGrpSpPr>
              <p:cNvPr id="16" name="组合 15">
                <a:extLst>
                  <a:ext uri="{FF2B5EF4-FFF2-40B4-BE49-F238E27FC236}">
                    <a16:creationId id="{C5FDBAD2-2FA2-EA83-679B-3E4D3FDAE48B}"/>
                  </a:ext>
                </a:extLst>
              </p:cNvPr>
              <p:cNvGrpSpPr/>
              <p:nvPr/>
            </p:nvGrpSpPr>
            <p:grpSpPr>
              <a:xfrm>
                <a:off x="660400" y="2041218"/>
                <a:ext cx="590550" cy="4092882"/>
                <a:chOff x="660400" y="2041218"/>
                <a:chExt cx="590550" cy="4092882"/>
              </a:xfrm>
            </p:grpSpPr>
            <p:sp>
              <p:nvSpPr>
                <p:cNvPr id="17" name="Number2">
                  <a:extLst>
                    <a:ext uri="{FF2B5EF4-FFF2-40B4-BE49-F238E27FC236}">
                      <a16:creationId id="{0A238C8B-2917-ACB6-CB6A-16ABAEDDCDAE}"/>
                    </a:ext>
                  </a:extLst>
                </p:cNvPr>
                <p:cNvSpPr/>
                <p:nvPr/>
              </p:nvSpPr>
              <p:spPr>
                <a:xfrm>
                  <a:off x="660400" y="2041218"/>
                  <a:ext cx="590550" cy="590548"/>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2</a:t>
                  </a:r>
                  <a:endParaRPr lang="zh-CN" altLang="en-US" dirty="0">
                    <a:solidFill>
                      <a:srgbClr val="FFFFFF"/>
                    </a:solidFill>
                  </a:endParaRPr>
                </a:p>
              </p:txBody>
            </p:sp>
            <p:cxnSp>
              <p:nvCxnSpPr>
                <p:cNvPr id="18" name="直接连接符 17">
                  <a:extLst>
                    <a:ext uri="{FF2B5EF4-FFF2-40B4-BE49-F238E27FC236}">
                      <a16:creationId id="{18C4C27B-1938-A082-5B0F-8A6134BA7487}"/>
                    </a:ext>
                  </a:extLst>
                </p:cNvPr>
                <p:cNvCxnSpPr>
                  <a:cxnSpLocks/>
                  <a:stCxn id="17" idx="4"/>
                </p:cNvCxnSpPr>
                <p:nvPr/>
              </p:nvCxnSpPr>
              <p:spPr>
                <a:xfrm>
                  <a:off x="955675" y="2631766"/>
                  <a:ext cx="0" cy="3502334"/>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21" name="组合 20">
              <a:extLst>
                <a:ext uri="{FF2B5EF4-FFF2-40B4-BE49-F238E27FC236}">
                  <a16:creationId id="{D7EBCB3C-FF33-43F7-5CC6-A7DC1758EFDF}"/>
                </a:ext>
              </a:extLst>
            </p:cNvPr>
            <p:cNvGrpSpPr/>
            <p:nvPr/>
          </p:nvGrpSpPr>
          <p:grpSpPr>
            <a:xfrm>
              <a:off x="7950000" y="2041218"/>
              <a:ext cx="3568900" cy="4092882"/>
              <a:chOff x="660400" y="2041218"/>
              <a:chExt cx="3568900" cy="4092882"/>
            </a:xfrm>
          </p:grpSpPr>
          <p:grpSp>
            <p:nvGrpSpPr>
              <p:cNvPr id="22" name="组合 21">
                <a:extLst>
                  <a:ext uri="{FF2B5EF4-FFF2-40B4-BE49-F238E27FC236}">
                    <a16:creationId id="{5A2C0BE2-17C2-3246-2A23-CD437D313FF8}"/>
                  </a:ext>
                </a:extLst>
              </p:cNvPr>
              <p:cNvGrpSpPr/>
              <p:nvPr/>
            </p:nvGrpSpPr>
            <p:grpSpPr>
              <a:xfrm>
                <a:off x="998220" y="2779679"/>
                <a:ext cx="3231080" cy="3354421"/>
                <a:chOff x="998220" y="2779679"/>
                <a:chExt cx="3231080" cy="3354421"/>
              </a:xfrm>
            </p:grpSpPr>
            <p:sp>
              <p:nvSpPr>
                <p:cNvPr id="26" name="Text3">
                  <a:extLst>
                    <a:ext uri="{FF2B5EF4-FFF2-40B4-BE49-F238E27FC236}">
                      <a16:creationId id="{407A3BCB-334F-F551-7CE7-3B02C6CCDD08}"/>
                    </a:ext>
                  </a:extLst>
                </p:cNvPr>
                <p:cNvSpPr txBox="1"/>
                <p:nvPr/>
              </p:nvSpPr>
              <p:spPr>
                <a:xfrm>
                  <a:off x="998220" y="3335964"/>
                  <a:ext cx="3231079" cy="2798136"/>
                </a:xfrm>
                <a:prstGeom prst="rect">
                  <a:avLst/>
                </a:prstGeom>
                <a:noFill/>
              </p:spPr>
              <p:txBody>
                <a:bodyPr wrap="square">
                  <a:normAutofit/>
                </a:bodyPr>
                <a:lstStyle/>
                <a:p>
                  <a:pPr>
                    <a:lnSpc>
                      <a:spcPct val="120000"/>
                    </a:lnSpc>
                  </a:pPr>
                  <a:r>
                    <a:rPr lang="zh-CN" altLang="en-US" sz="1200" dirty="0">
                      <a:latin typeface="Arial" panose="020B0604020202020204" pitchFamily="34" charset="0"/>
                      <a:ea typeface="微软雅黑" panose="020B0503020204020204" pitchFamily="34" charset="-122"/>
                      <a:sym typeface="Arial" panose="020B0604020202020204" pitchFamily="34" charset="0"/>
                    </a:rPr>
                    <a:t>RCL aims to identify the minimal system component that directly triggers the observed failure. The root cause may occur at different levels: Service / Pod / Node. The key challenge is to distinguish the true fault origin from propagated symptoms.</a:t>
                  </a:r>
                  <a:endParaRPr lang="en-US" dirty="0"/>
                </a:p>
              </p:txBody>
            </p:sp>
            <p:sp>
              <p:nvSpPr>
                <p:cNvPr id="27" name="Bullet3">
                  <a:extLst>
                    <a:ext uri="{FF2B5EF4-FFF2-40B4-BE49-F238E27FC236}">
                      <a16:creationId id="{5024DB6C-4F57-B1A1-7288-CCA4EBA3426A}"/>
                    </a:ext>
                  </a:extLst>
                </p:cNvPr>
                <p:cNvSpPr txBox="1"/>
                <p:nvPr/>
              </p:nvSpPr>
              <p:spPr>
                <a:xfrm>
                  <a:off x="998220" y="2779679"/>
                  <a:ext cx="3231080" cy="539955"/>
                </a:xfrm>
                <a:prstGeom prst="rect">
                  <a:avLst/>
                </a:prstGeom>
                <a:noFill/>
              </p:spPr>
              <p:txBody>
                <a:bodyPr wrap="square" rtlCol="0" anchor="ctr">
                  <a:normAutofit/>
                </a:bodyPr>
                <a:lstStyle/>
                <a:p>
                  <a:pPr>
                    <a:lnSpc>
                      <a:spcPct val="120000"/>
                    </a:lnSpc>
                  </a:pPr>
                  <a:r>
                    <a:rPr kumimoji="0" lang="zh-CN" altLang="en-US" sz="1600" b="1"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Root Cause Localization (RCL)</a:t>
                  </a:r>
                  <a:endParaRPr lang="en-US" dirty="0"/>
                </a:p>
              </p:txBody>
            </p:sp>
          </p:grpSp>
          <p:grpSp>
            <p:nvGrpSpPr>
              <p:cNvPr id="23" name="组合 22">
                <a:extLst>
                  <a:ext uri="{FF2B5EF4-FFF2-40B4-BE49-F238E27FC236}">
                    <a16:creationId id="{65AFC58D-AC76-2E40-003B-659CC3411A77}"/>
                  </a:ext>
                </a:extLst>
              </p:cNvPr>
              <p:cNvGrpSpPr/>
              <p:nvPr/>
            </p:nvGrpSpPr>
            <p:grpSpPr>
              <a:xfrm>
                <a:off x="660400" y="2041218"/>
                <a:ext cx="590550" cy="4092882"/>
                <a:chOff x="660400" y="2041218"/>
                <a:chExt cx="590550" cy="4092882"/>
              </a:xfrm>
            </p:grpSpPr>
            <p:sp>
              <p:nvSpPr>
                <p:cNvPr id="24" name="Number3">
                  <a:extLst>
                    <a:ext uri="{FF2B5EF4-FFF2-40B4-BE49-F238E27FC236}">
                      <a16:creationId id="{CE948486-5871-A931-10BA-949FCF98A308}"/>
                    </a:ext>
                  </a:extLst>
                </p:cNvPr>
                <p:cNvSpPr/>
                <p:nvPr/>
              </p:nvSpPr>
              <p:spPr>
                <a:xfrm>
                  <a:off x="660400" y="2041218"/>
                  <a:ext cx="590550" cy="590548"/>
                </a:xfrm>
                <a:prstGeom prst="ellipse">
                  <a:avLst/>
                </a:prstGeom>
                <a:solidFill>
                  <a:schemeClr val="accent1">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r>
                    <a:rPr lang="en-US" altLang="zh-CN" dirty="0">
                      <a:solidFill>
                        <a:srgbClr val="FFFFFF"/>
                      </a:solidFill>
                    </a:rPr>
                    <a:t>3</a:t>
                  </a:r>
                  <a:endParaRPr lang="zh-CN" altLang="en-US" dirty="0">
                    <a:solidFill>
                      <a:srgbClr val="FFFFFF"/>
                    </a:solidFill>
                  </a:endParaRPr>
                </a:p>
              </p:txBody>
            </p:sp>
            <p:cxnSp>
              <p:nvCxnSpPr>
                <p:cNvPr id="25" name="直接连接符 24">
                  <a:extLst>
                    <a:ext uri="{FF2B5EF4-FFF2-40B4-BE49-F238E27FC236}">
                      <a16:creationId id="{938525BF-AC4F-4300-2017-243559FA3C07}"/>
                    </a:ext>
                  </a:extLst>
                </p:cNvPr>
                <p:cNvCxnSpPr>
                  <a:cxnSpLocks/>
                  <a:stCxn id="24" idx="4"/>
                </p:cNvCxnSpPr>
                <p:nvPr/>
              </p:nvCxnSpPr>
              <p:spPr>
                <a:xfrm>
                  <a:off x="955675" y="2631766"/>
                  <a:ext cx="0" cy="3502334"/>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sp>
          <p:nvSpPr>
            <p:cNvPr id="39" name="Title">
              <a:extLst>
                <a:ext uri="{FF2B5EF4-FFF2-40B4-BE49-F238E27FC236}">
                  <a16:creationId id="{40F83244-52B5-7EEF-8848-0371934CFC02}"/>
                </a:ext>
              </a:extLst>
            </p:cNvPr>
            <p:cNvSpPr>
              <a:spLocks/>
            </p:cNvSpPr>
            <p:nvPr/>
          </p:nvSpPr>
          <p:spPr>
            <a:xfrm>
              <a:off x="660399" y="1130300"/>
              <a:ext cx="10858500" cy="732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buSzPct val="25000"/>
              </a:pPr>
              <a:r>
                <a:rPr lang="zh-CN" altLang="en-US" sz="2000" b="1" dirty="0">
                  <a:solidFill>
                    <a:schemeClr val="tx1"/>
                  </a:solidFill>
                  <a:latin typeface="Arial" panose="020B0604020202020204" pitchFamily="34" charset="0"/>
                  <a:ea typeface="微软雅黑" panose="020B0503020204020204" pitchFamily="34" charset="-122"/>
                  <a:cs typeface="+mn-ea"/>
                  <a:sym typeface="Arial" panose="020B0604020202020204" pitchFamily="34" charset="0"/>
                </a:rPr>
                <a:t>An overview of system complexity, failure observation challenges, and the definition of Root Cause Localization</a:t>
              </a:r>
              <a:endParaRPr lang="en-US" dirty="0"/>
            </a:p>
          </p:txBody>
        </p:sp>
      </p:grpSp>
      <p:sp>
        <p:nvSpPr>
          <p:cNvPr id="2" name=""/>
          <p:cNvSpPr>
            <a:spLocks noGrp="1"/>
          </p:cNvSpPr>
          <p:nvPr>
            <p:ph type="title" hasCustomPrompt="1"/>
          </p:nvPr>
        </p:nvSpPr>
        <p:spPr/>
        <p:txBody>
          <a:bodyPr/>
          <a:lstStyle/>
          <a:p>
            <a:pPr/>
            <a:r>
              <a:rPr lang="zh-CN" altLang="en-US" dirty="0"/>
              <a:t>Background: Root Cause Localization in Microservices</a:t>
            </a:r>
            <a:endParaRPr 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Tree>
    <p:custDataLst>
      <p:tags r:id="_ppt_tags_tag16.xml"/>
    </p:custDataLst>
  </p:cSld>
  <p:clrMapOvr>
    <a:masterClrMapping/>
  </p:clrMapOvr>
</p:sld>
</file>

<file path=ppt/slides/slide3.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lstStyle/>
          <a:p>
            <a:pPr/>
            <a:r>
              <a:rPr lang="zh-CN" altLang="en-US" dirty="0"/>
              <a:t>Mainstream Approaches for Root Cause Localization</a:t>
            </a:r>
            <a:endParaRPr 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125734" y="1730361"/>
            <a:ext cx="10159536" cy="4408933"/>
          </a:xfrm>
          <a:prstGeom prst="roundRect">
            <a:avLst>
              <a:gd name="adj" fmla="val 1000"/>
            </a:avLst>
          </a:prstGeom>
          <a:blipFill>
            <a:blip r:embed="_ppt_media_image8.jpeg"/>
            <a:stretch>
              <a:fillRect t="-407" r="0" b="-407"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14.xml"/>
    </p:custDataLst>
  </p:cSld>
  <p:clrMapOvr>
    <a:masterClrMapping/>
  </p:clrMapOvr>
</p:sld>
</file>

<file path=ppt/slides/slide4.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lstStyle/>
          <a:p>
            <a:pPr/>
            <a:r>
              <a:rPr lang="zh-CN" altLang="en-US" dirty="0"/>
              <a:t>Mainstream Approaches for Root Cause Localization</a:t>
            </a:r>
            <a:endParaRPr 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7" name="image"/>
          <p:cNvSpPr/>
          <p:nvPr/>
        </p:nvSpPr>
        <p:spPr>
          <a:xfrm>
            <a:off x="1281801" y="1629015"/>
            <a:ext cx="10324060" cy="4495231"/>
          </a:xfrm>
          <a:prstGeom prst="roundRect">
            <a:avLst>
              <a:gd name="adj" fmla="val 1000"/>
            </a:avLst>
          </a:prstGeom>
          <a:blipFill>
            <a:blip r:embed="_ppt_media_image11.jpeg"/>
            <a:stretch>
              <a:fillRect t="-170" r="0" b="-17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20.xml"/>
    </p:custDataLst>
  </p:cSld>
  <p:clrMapOvr>
    <a:masterClrMapping/>
  </p:clrMapOvr>
</p:sld>
</file>

<file path=ppt/slides/slide5.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lstStyle/>
          <a:p>
            <a:pPr/>
            <a:r>
              <a:rPr lang="zh-CN" altLang="en-US" dirty="0"/>
              <a:t>Mainstream Approaches for Root Cause Localization</a:t>
            </a:r>
            <a:endParaRPr 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254130" y="1141857"/>
            <a:ext cx="9413637" cy="5252120"/>
          </a:xfrm>
          <a:prstGeom prst="roundRect">
            <a:avLst>
              <a:gd name="adj" fmla="val 1000"/>
            </a:avLst>
          </a:prstGeom>
          <a:blipFill>
            <a:blip r:embed="_ppt_media_image12.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18.xml"/>
    </p:custDataLst>
  </p:cSld>
  <p:clrMapOvr>
    <a:masterClrMapping/>
  </p:clrMapOvr>
</p:sld>
</file>

<file path=ppt/slides/slide6.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RCLAgent</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60374" y="1028700"/>
            <a:ext cx="11725275" cy="5924550"/>
          </a:xfrm>
          <a:prstGeom prst="roundRect">
            <a:avLst>
              <a:gd name="adj" fmla="val 1000"/>
            </a:avLst>
          </a:prstGeom>
          <a:blipFill>
            <a:blip r:embed="_ppt_media_image14.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22.xml"/>
    </p:custDataLst>
  </p:cSld>
  <p:clrMapOvr>
    <a:masterClrMapping/>
  </p:clrMapOvr>
</p:sld>
</file>

<file path=ppt/slides/slide7.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Empirical Study: How Do SREs Localize Root Causes?</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530478" y="1284106"/>
            <a:ext cx="8620125" cy="5019675"/>
          </a:xfrm>
          <a:prstGeom prst="roundRect">
            <a:avLst>
              <a:gd name="adj" fmla="val 1000"/>
            </a:avLst>
          </a:prstGeom>
          <a:blipFill>
            <a:blip r:embed="_ppt_media_image17.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24.xml"/>
    </p:custDataLst>
  </p:cSld>
  <p:clrMapOvr>
    <a:masterClrMapping/>
  </p:clrMapOvr>
</p:sld>
</file>

<file path=ppt/slides/slide8.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Empirical Study: Why Do LLM-based Methods Fail?</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 y="1966639"/>
            <a:ext cx="6858000" cy="4019550"/>
          </a:xfrm>
          <a:prstGeom prst="roundRect">
            <a:avLst>
              <a:gd name="adj" fmla="val 1000"/>
            </a:avLst>
          </a:prstGeom>
          <a:blipFill>
            <a:blip r:embed="_ppt_media_image18.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image"/>
          <p:cNvSpPr/>
          <p:nvPr/>
        </p:nvSpPr>
        <p:spPr>
          <a:xfrm>
            <a:off x="5937469" y="1300601"/>
            <a:ext cx="5791200" cy="2505075"/>
          </a:xfrm>
          <a:prstGeom prst="roundRect">
            <a:avLst>
              <a:gd name="adj" fmla="val 1000"/>
            </a:avLst>
          </a:prstGeom>
          <a:blipFill>
            <a:blip r:embed="_ppt_media_image20.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26.xml"/>
    </p:custDataLst>
  </p:cSld>
  <p:clrMapOvr>
    <a:masterClrMapping/>
  </p:clrMapOvr>
</p:sld>
</file>

<file path=ppt/slides/slide9.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Data Tools: On-Demand Evidence Retrieval</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93601" y="1302572"/>
            <a:ext cx="5701679" cy="3905875"/>
          </a:xfrm>
          <a:prstGeom prst="roundRect">
            <a:avLst>
              <a:gd name="adj" fmla="val 1000"/>
            </a:avLst>
          </a:prstGeom>
          <a:blipFill>
            <a:blip r:embed="_ppt_media_image21.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image"/>
          <p:cNvSpPr/>
          <p:nvPr/>
        </p:nvSpPr>
        <p:spPr>
          <a:xfrm>
            <a:off x="5895327" y="2833588"/>
            <a:ext cx="6046076" cy="4024535"/>
          </a:xfrm>
          <a:prstGeom prst="roundRect">
            <a:avLst>
              <a:gd name="adj" fmla="val 1000"/>
            </a:avLst>
          </a:prstGeom>
          <a:blipFill>
            <a:blip r:embed="_ppt_media_image22.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image"/>
          <p:cNvSpPr/>
          <p:nvPr/>
        </p:nvSpPr>
        <p:spPr>
          <a:xfrm>
            <a:off x="6168989" y="1172122"/>
            <a:ext cx="5419214" cy="1592264"/>
          </a:xfrm>
          <a:prstGeom prst="roundRect">
            <a:avLst>
              <a:gd name="adj" fmla="val 1000"/>
            </a:avLst>
          </a:prstGeom>
          <a:blipFill>
            <a:blip r:embed="_ppt_media_image26.jpeg"/>
            <a:stretch>
              <a:fillRect t="-2229" r="0" b="-2229"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28.xml"/>
    </p:custDataLst>
  </p:cSld>
  <p:clrMapOvr>
    <a:masterClrMapping/>
  </p:clrMapOvr>
</p:sld>
</file>

<file path=ppt/slides/slide10.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Data Tools: On-Demand Evidence Retrieval</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8" name="image"/>
          <p:cNvSpPr/>
          <p:nvPr/>
        </p:nvSpPr>
        <p:spPr>
          <a:xfrm>
            <a:off x="728097" y="1314162"/>
            <a:ext cx="8327186" cy="5058347"/>
          </a:xfrm>
          <a:prstGeom prst="roundRect">
            <a:avLst>
              <a:gd name="adj" fmla="val 1000"/>
            </a:avLst>
          </a:prstGeom>
          <a:blipFill>
            <a:blip r:embed="_ppt_media_image23.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image"/>
          <p:cNvSpPr/>
          <p:nvPr/>
        </p:nvSpPr>
        <p:spPr>
          <a:xfrm>
            <a:off x="9236039" y="1397657"/>
            <a:ext cx="2768308" cy="1727565"/>
          </a:xfrm>
          <a:prstGeom prst="roundRect">
            <a:avLst>
              <a:gd name="adj" fmla="val 1000"/>
            </a:avLst>
          </a:prstGeom>
          <a:blipFill>
            <a:blip r:embed="_ppt_media_image24.jpeg"/>
            <a:stretch>
              <a:fillRect t="-2200" r="0" b="-220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30.xml"/>
    </p:custDataLst>
  </p:cSld>
  <p:clrMapOvr>
    <a:masterClrMapping/>
  </p:clrMapOvr>
</p:sld>
</file>

<file path=ppt/slides/slide11.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Multi-Agent RoT</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832814" y="1147544"/>
            <a:ext cx="8343900" cy="5438775"/>
          </a:xfrm>
          <a:prstGeom prst="roundRect">
            <a:avLst>
              <a:gd name="adj" fmla="val 1000"/>
            </a:avLst>
          </a:prstGeom>
          <a:blipFill>
            <a:blip r:embed="_ppt_media_image30.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32.xml"/>
    </p:custDataLst>
  </p:cSld>
  <p:clrMapOvr>
    <a:masterClrMapping/>
  </p:clrMapOvr>
</p:sld>
</file>

<file path=ppt/slides/slide12.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Multi-Agent RoT</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2655596" y="1232301"/>
            <a:ext cx="6497620" cy="2552590"/>
          </a:xfrm>
          <a:prstGeom prst="roundRect">
            <a:avLst>
              <a:gd name="adj" fmla="val 1000"/>
            </a:avLst>
          </a:prstGeom>
          <a:blipFill>
            <a:blip r:embed="_ppt_media_image27.jpeg"/>
            <a:stretch>
              <a:fillRect t="-1362" r="0" b="-1362"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image"/>
          <p:cNvSpPr/>
          <p:nvPr/>
        </p:nvSpPr>
        <p:spPr>
          <a:xfrm>
            <a:off x="829132" y="3841495"/>
            <a:ext cx="4439197" cy="2704778"/>
          </a:xfrm>
          <a:prstGeom prst="roundRect">
            <a:avLst>
              <a:gd name="adj" fmla="val 1000"/>
            </a:avLst>
          </a:prstGeom>
          <a:blipFill>
            <a:blip r:embed="_ppt_media_image28.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image"/>
          <p:cNvSpPr/>
          <p:nvPr/>
        </p:nvSpPr>
        <p:spPr>
          <a:xfrm>
            <a:off x="5949315" y="4060728"/>
            <a:ext cx="5572125" cy="2276475"/>
          </a:xfrm>
          <a:prstGeom prst="roundRect">
            <a:avLst>
              <a:gd name="adj" fmla="val 1000"/>
            </a:avLst>
          </a:prstGeom>
          <a:blipFill>
            <a:blip r:embed="_ppt_media_image29.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34.xml"/>
    </p:custDataLst>
  </p:cSld>
  <p:clrMapOvr>
    <a:masterClrMapping/>
  </p:clrMapOvr>
</p:sld>
</file>

<file path=ppt/slides/slide13.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Diagnosis Synthesizer</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文本框"/>
          <p:cNvSpPr txBox="1"/>
          <p:nvPr/>
        </p:nvSpPr>
        <p:spPr>
          <a:xfrm>
            <a:off x="1143000" y="1143000"/>
            <a:ext cx="10378500" cy="808006"/>
          </a:xfrm>
          <a:prstGeom prst="rect">
            <a:avLst/>
          </a:prstGeom>
          <a:noFill/>
        </p:spPr>
        <p:txBody>
          <a:bodyPr rtlCol="0" wrap="square">
            <a:spAutoFit/>
          </a:bodyPr>
          <a:lstStyle/>
          <a:p>
            <a:pPr algn="l" marL="0" marR="0" indent="0" lvl="0">
              <a:lnSpc>
                <a:spcPct val="120000"/>
              </a:lnSpc>
            </a:pPr>
            <a:r>
              <a:rPr lang="zh-CN" altLang="en-US" dirty="0" b="0" baseline="0" sz="2000">
                <a:solidFill>
                  <a:schemeClr val="tx1"/>
                </a:solidFill>
              </a:rPr>
              <a:t>Goal: Produce the final ranked list of root cause candidates by jointly reasoning over  </a:t>
            </a:r>
            <a:r>
              <a:rPr lang="zh-CN" altLang="en-US" dirty="0" b="0" baseline="0" sz="2000">
                <a:solidFill>
                  <a:schemeClr val="tx1"/>
                </a:solidFill>
              </a:rPr>
              <a:t>two complementary representations.</a:t>
            </a:r>
            <a:endParaRPr lang="zh-CN" altLang="en-US" dirty="0"/>
          </a:p>
        </p:txBody>
      </p:sp>
      <p:sp>
        <p:nvSpPr>
          <p:cNvPr id="7" name="image"/>
          <p:cNvSpPr/>
          <p:nvPr/>
        </p:nvSpPr>
        <p:spPr>
          <a:xfrm>
            <a:off x="670603" y="2195061"/>
            <a:ext cx="11229100" cy="3464658"/>
          </a:xfrm>
          <a:prstGeom prst="roundRect">
            <a:avLst>
              <a:gd name="adj" fmla="val 1000"/>
            </a:avLst>
          </a:prstGeom>
          <a:blipFill>
            <a:blip r:embed="_ppt_media_image32.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36.xml"/>
    </p:custDataLst>
  </p:cSld>
  <p:clrMapOvr>
    <a:masterClrMapping/>
  </p:clrMapOvr>
</p:sld>
</file>

<file path=ppt/slides/slide14.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p:txBody>
          <a:bodyPr>
            <a:normAutofit lnSpcReduction="0" fontScale="100000"/>
          </a:bodyPr>
          <a:lstStyle/>
          <a:p>
            <a:pPr algn="l" marL="0" marR="0" indent="0" lvl="0">
              <a:lnSpc>
                <a:spcPct val="100000"/>
              </a:lnSpc>
            </a:pPr>
            <a:r>
              <a:rPr lang="zh-CN" altLang="en-US" dirty="0" b="1" baseline="0" sz="2800">
                <a:solidFill>
                  <a:schemeClr val="accent1"/>
                </a:solidFill>
              </a:rPr>
              <a:t>Diagnosis Synthesizer</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文本框"/>
          <p:cNvSpPr txBox="1"/>
          <p:nvPr/>
        </p:nvSpPr>
        <p:spPr>
          <a:xfrm>
            <a:off x="1143000" y="1143000"/>
            <a:ext cx="10378500" cy="808006"/>
          </a:xfrm>
          <a:prstGeom prst="rect">
            <a:avLst/>
          </a:prstGeom>
          <a:noFill/>
        </p:spPr>
        <p:txBody>
          <a:bodyPr rtlCol="0" wrap="square">
            <a:spAutoFit/>
          </a:bodyPr>
          <a:lstStyle/>
          <a:p>
            <a:pPr algn="l" marL="0" marR="0" indent="0" lvl="0">
              <a:lnSpc>
                <a:spcPct val="120000"/>
              </a:lnSpc>
            </a:pPr>
            <a:r>
              <a:rPr lang="zh-CN" altLang="en-US" dirty="0" b="0" baseline="0" sz="2000">
                <a:solidFill>
                  <a:schemeClr val="tx1"/>
                </a:solidFill>
              </a:rPr>
              <a:t>Goal: Produce the final ranked list of root cause candidates by jointly reasoning over  </a:t>
            </a:r>
            <a:r>
              <a:rPr lang="zh-CN" altLang="en-US" dirty="0" b="0" baseline="0" sz="2000">
                <a:solidFill>
                  <a:schemeClr val="tx1"/>
                </a:solidFill>
              </a:rPr>
              <a:t>two complementary representations.</a:t>
            </a:r>
            <a:endParaRPr lang="zh-CN" altLang="en-US" dirty="0"/>
          </a:p>
        </p:txBody>
      </p:sp>
      <p:sp>
        <p:nvSpPr>
          <p:cNvPr id="8" name="image"/>
          <p:cNvSpPr/>
          <p:nvPr/>
        </p:nvSpPr>
        <p:spPr>
          <a:xfrm>
            <a:off x="799625" y="2197593"/>
            <a:ext cx="10483266" cy="4126848"/>
          </a:xfrm>
          <a:prstGeom prst="roundRect">
            <a:avLst>
              <a:gd name="adj" fmla="val 1000"/>
            </a:avLst>
          </a:prstGeom>
          <a:blipFill>
            <a:blip r:embed="_ppt_media_image34.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38.xml"/>
    </p:custDataLst>
  </p:cSld>
  <p:clrMapOvr>
    <a:masterClrMapping/>
  </p:clrMapOvr>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5" name=""/>
          <p:cNvSpPr>
            <a:spLocks noGrp="1"/>
          </p:cNvSpPr>
          <p:nvPr>
            <p:ph type="title" hasCustomPrompt="1"/>
          </p:nvPr>
        </p:nvSpPr>
        <p:spPr/>
        <p:txBody>
          <a:bodyPr>
            <a:normAutofit lnSpcReduction="0" fontScale="100000"/>
          </a:bodyPr>
          <a:lstStyle/>
          <a:p>
            <a:pPr algn="ctr" marL="0" marR="0" indent="0" lvl="0">
              <a:lnSpc>
                <a:spcPct val="100000"/>
              </a:lnSpc>
            </a:pPr>
            <a:r>
              <a:rPr lang="zh-CN" altLang="en-US" dirty="0" b="1" baseline="0" sz="4800">
                <a:solidFill>
                  <a:schemeClr val="tx1"/>
                </a:solidFill>
              </a:rPr>
              <a:t>EVALUATION</a:t>
            </a:r>
            <a:endParaRPr lang="zh-CN" altLang="en-US" dirty="0"/>
          </a:p>
        </p:txBody>
      </p:sp>
    </p:spTree>
  </p:cSld>
  <p:clrMapOvr>
    <a:masterClrMapping/>
  </p:clrMapOvr>
  <p:transition/>
  <p:timing/>
</p:sld>
</file>

<file path=ppt/slides/slide16.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a:xfrm>
            <a:off x="660400" y="380700"/>
            <a:ext cx="10858500" cy="576000"/>
          </a:xfrm>
        </p:spPr>
        <p:txBody>
          <a:bodyPr>
            <a:normAutofit lnSpcReduction="0" fontScale="100000"/>
          </a:bodyPr>
          <a:lstStyle/>
          <a:p>
            <a:pPr algn="l" marL="0" marR="0" indent="0" lvl="0">
              <a:lnSpc>
                <a:spcPct val="100000"/>
              </a:lnSpc>
            </a:pPr>
            <a:r>
              <a:rPr lang="zh-CN" altLang="en-US" dirty="0" b="1" baseline="0" sz="2800">
                <a:solidFill>
                  <a:schemeClr val="accent1"/>
                </a:solidFill>
              </a:rPr>
              <a:t>Experimental Setup</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571884" y="1519238"/>
            <a:ext cx="11175964" cy="4486047"/>
          </a:xfrm>
          <a:prstGeom prst="roundRect">
            <a:avLst>
              <a:gd name="adj" fmla="val 1000"/>
            </a:avLst>
          </a:prstGeom>
          <a:blipFill>
            <a:blip r:embed="_ppt_media_image35.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2.xml"/>
    </p:custDataLst>
  </p:cSld>
  <p:clrMapOvr>
    <a:masterClrMapping/>
  </p:clrMapOvr>
</p:sld>
</file>

<file path=ppt/slides/slide17.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a:xfrm>
            <a:off x="660400" y="380700"/>
            <a:ext cx="10858500" cy="576000"/>
          </a:xfrm>
        </p:spPr>
        <p:txBody>
          <a:bodyPr>
            <a:normAutofit lnSpcReduction="0" fontScale="100000"/>
          </a:bodyPr>
          <a:lstStyle/>
          <a:p>
            <a:pPr algn="l" marL="0" marR="0" indent="0" lvl="0">
              <a:lnSpc>
                <a:spcPct val="100000"/>
              </a:lnSpc>
            </a:pPr>
            <a:r>
              <a:rPr lang="zh-CN" altLang="en-US" dirty="0" b="1" baseline="0" sz="2800">
                <a:solidFill>
                  <a:schemeClr val="accent1"/>
                </a:solidFill>
              </a:rPr>
              <a:t>Experimental Setup</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833492" y="1573529"/>
            <a:ext cx="10306050" cy="4667250"/>
          </a:xfrm>
          <a:prstGeom prst="roundRect">
            <a:avLst>
              <a:gd name="adj" fmla="val 1000"/>
            </a:avLst>
          </a:prstGeom>
          <a:blipFill>
            <a:blip r:embed="_ppt_media_image36.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4.xml"/>
    </p:custDataLst>
  </p:cSld>
  <p:clrMapOvr>
    <a:masterClrMapping/>
  </p:clrMapOvr>
</p:sld>
</file>

<file path=ppt/slides/slide18.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a:xfrm>
            <a:off x="660400" y="380700"/>
            <a:ext cx="10858500" cy="576000"/>
          </a:xfrm>
        </p:spPr>
        <p:txBody>
          <a:bodyPr>
            <a:normAutofit lnSpcReduction="0" fontScale="100000"/>
          </a:bodyPr>
          <a:lstStyle/>
          <a:p>
            <a:pPr algn="l" marL="0" marR="0" indent="0" lvl="0">
              <a:lnSpc>
                <a:spcPct val="100000"/>
              </a:lnSpc>
            </a:pPr>
            <a:r>
              <a:rPr lang="zh-CN" altLang="en-US" dirty="0" b="1" baseline="0" sz="2800">
                <a:solidFill>
                  <a:schemeClr val="accent1"/>
                </a:solidFill>
              </a:rPr>
              <a:t>Root Cause Localization Accuracy</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38113" y="1135380"/>
            <a:ext cx="11915775" cy="5105400"/>
          </a:xfrm>
          <a:prstGeom prst="roundRect">
            <a:avLst>
              <a:gd name="adj" fmla="val 1000"/>
            </a:avLst>
          </a:prstGeom>
          <a:blipFill>
            <a:blip r:embed="_ppt_media_image37.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6.xml"/>
    </p:custDataLst>
  </p:cSld>
  <p:clrMapOvr>
    <a:masterClrMapping/>
  </p:clrMapOvr>
</p:sld>
</file>

<file path=ppt/slides/slide19.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a:xfrm>
            <a:off x="660400" y="380700"/>
            <a:ext cx="10858500" cy="576000"/>
          </a:xfrm>
        </p:spPr>
        <p:txBody>
          <a:bodyPr>
            <a:normAutofit lnSpcReduction="0" fontScale="100000"/>
          </a:bodyPr>
          <a:lstStyle/>
          <a:p>
            <a:pPr algn="l" marL="0" marR="0" indent="0" lvl="0">
              <a:lnSpc>
                <a:spcPct val="100000"/>
              </a:lnSpc>
            </a:pPr>
            <a:r>
              <a:rPr lang="zh-CN" altLang="en-US" dirty="0" b="1" baseline="0" sz="2800">
                <a:solidFill>
                  <a:schemeClr val="accent1"/>
                </a:solidFill>
              </a:rPr>
              <a:t>Inference Efficiency</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2637787" y="1267518"/>
            <a:ext cx="7435375" cy="5399543"/>
          </a:xfrm>
          <a:prstGeom prst="roundRect">
            <a:avLst>
              <a:gd name="adj" fmla="val 1000"/>
            </a:avLst>
          </a:prstGeom>
          <a:blipFill>
            <a:blip r:embed="_ppt_media_image39.jpeg"/>
            <a:stretch>
              <a:fillRect t="-148" r="0" b="-148"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8.xml"/>
    </p:custDataLst>
  </p:cSld>
  <p:clrMapOvr>
    <a:masterClrMapping/>
  </p:clrMapOvr>
</p:sld>
</file>

<file path=ppt/slides/slide20.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a:xfrm>
            <a:off x="660400" y="380700"/>
            <a:ext cx="10858500" cy="576000"/>
          </a:xfrm>
        </p:spPr>
        <p:txBody>
          <a:bodyPr>
            <a:normAutofit lnSpcReduction="0" fontScale="100000"/>
          </a:bodyPr>
          <a:lstStyle/>
          <a:p>
            <a:pPr algn="l" marL="0" marR="0" indent="0" lvl="0">
              <a:lnSpc>
                <a:spcPct val="100000"/>
              </a:lnSpc>
            </a:pPr>
            <a:r>
              <a:rPr lang="zh-CN" altLang="en-US" dirty="0" b="1" baseline="0" sz="2800">
                <a:solidFill>
                  <a:schemeClr val="accent1"/>
                </a:solidFill>
              </a:rPr>
              <a:t>Impact of LLM Backbone</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1179458" y="1563068"/>
            <a:ext cx="9705355" cy="4288100"/>
          </a:xfrm>
          <a:prstGeom prst="roundRect">
            <a:avLst>
              <a:gd name="adj" fmla="val 1000"/>
            </a:avLst>
          </a:prstGeom>
          <a:blipFill>
            <a:blip r:embed="_ppt_media_image40.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10.xml"/>
    </p:custDataLst>
  </p:cSld>
  <p:clrMapOvr>
    <a:masterClrMapping/>
  </p:clrMapOvr>
</p:sld>
</file>

<file path=ppt/slides/slide21.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a:xfrm>
            <a:off x="660400" y="380700"/>
            <a:ext cx="10858500" cy="576000"/>
          </a:xfrm>
        </p:spPr>
        <p:txBody>
          <a:bodyPr>
            <a:normAutofit lnSpcReduction="0" fontScale="100000"/>
          </a:bodyPr>
          <a:lstStyle/>
          <a:p>
            <a:pPr algn="l" marL="0" marR="0" indent="0" lvl="0">
              <a:lnSpc>
                <a:spcPct val="100000"/>
              </a:lnSpc>
            </a:pPr>
            <a:r>
              <a:rPr lang="zh-CN" altLang="en-US" dirty="0" b="1" baseline="0" sz="2800">
                <a:solidFill>
                  <a:schemeClr val="accent1"/>
                </a:solidFill>
              </a:rPr>
              <a:t>Ablation Study</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926018" y="1457221"/>
            <a:ext cx="10164635" cy="4916980"/>
          </a:xfrm>
          <a:prstGeom prst="roundRect">
            <a:avLst>
              <a:gd name="adj" fmla="val 1000"/>
            </a:avLst>
          </a:prstGeom>
          <a:blipFill>
            <a:blip r:embed="_ppt_media_image41.jpeg"/>
            <a:stretch>
              <a:fillRect t="0" r="0" b="0" l="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12.xml"/>
    </p:custDataLst>
  </p:cSld>
  <p:clrMapOvr>
    <a:masterClrMapping/>
  </p:clrMapOvr>
</p:sld>
</file>

<file path=ppt/slides/slide22.xml><?xml version="1.0" encoding="utf-8"?>
<p:sld xmlns:p="http://schemas.openxmlformats.org/presentationml/2006/main" xmlns:a="http://schemas.openxmlformats.org/drawingml/2006/main" xmlns:a16="http://schemas.microsoft.com/office/drawing/2014/main" xmlns:r="http://schemas.openxmlformats.org/officeDocument/2006/relationships">
  <p:cSld>
    <p:spTree>
      <p:nvGrpSpPr>
        <p:cNvPr id="1" name=""/>
        <p:cNvGrpSpPr/>
        <p:nvPr/>
      </p:nvGrpSpPr>
      <p:grpSpPr>
        <a:xfrm>
          <a:off x="0" y="0"/>
          <a:ext cx="0" cy="0"/>
          <a:chOff x="0" y="0"/>
          <a:chExt cx="0" cy="0"/>
        </a:xfrm>
      </p:grpSpPr>
      <p:sp>
        <p:nvSpPr>
          <p:cNvPr id="2" name=""/>
          <p:cNvSpPr>
            <a:spLocks noGrp="1"/>
          </p:cNvSpPr>
          <p:nvPr>
            <p:ph type="title" hasCustomPrompt="1"/>
          </p:nvPr>
        </p:nvSpPr>
        <p:spPr>
          <a:xfrm>
            <a:off x="660400" y="380700"/>
            <a:ext cx="10858500" cy="576000"/>
          </a:xfrm>
        </p:spPr>
        <p:txBody>
          <a:bodyPr>
            <a:normAutofit lnSpcReduction="0" fontScale="100000"/>
          </a:bodyPr>
          <a:lstStyle/>
          <a:p>
            <a:pPr algn="l" marL="0" marR="0" indent="0" lvl="0">
              <a:lnSpc>
                <a:spcPct val="100000"/>
              </a:lnSpc>
            </a:pPr>
            <a:r>
              <a:rPr lang="zh-CN" altLang="en-US" dirty="0" b="1" baseline="0" sz="2800">
                <a:solidFill>
                  <a:schemeClr val="accent1"/>
                </a:solidFill>
              </a:rPr>
              <a:t>Hyperparameter Analysis &amp; Experimental Takeaways</a:t>
            </a:r>
            <a:endParaRPr lang="zh-CN" altLang="en-US" dirty="0"/>
          </a:p>
        </p:txBody>
      </p:sp>
      <p:sp>
        <p:nvSpPr>
          <p:cNvPr id="3" name=""/>
          <p:cNvSpPr>
            <a:spLocks noGrp="1"/>
          </p:cNvSpPr>
          <p:nvPr>
            <p:ph type="dt" sz="half" idx="10"/>
          </p:nvPr>
        </p:nvSpPr>
        <p:spPr/>
        <p:txBody>
          <a:bodyPr/>
          <a:lstStyle/>
          <a:p>
            <a:r>
              <a:rPr lang="zh-CN" altLang="en-US" dirty="0"/>
              <a:t/>
            </a:r>
            <a:endParaRPr lang="en-US"/>
          </a:p>
        </p:txBody>
      </p:sp>
      <p:sp>
        <p:nvSpPr>
          <p:cNvPr id="4" name=""/>
          <p:cNvSpPr>
            <a:spLocks noGrp="1"/>
          </p:cNvSpPr>
          <p:nvPr>
            <p:ph type="ftr" sz="quarter" idx="11"/>
          </p:nvPr>
        </p:nvSpPr>
        <p:spPr/>
        <p:txBody>
          <a:bodyPr/>
          <a:lstStyle/>
          <a:p>
            <a:r>
              <a:rPr lang="zh-CN" altLang="en-US" dirty="0"/>
              <a:t/>
            </a:r>
            <a:endParaRPr lang="en-US"/>
          </a:p>
        </p:txBody>
      </p:sp>
      <p:sp>
        <p:nvSpPr>
          <p:cNvPr id="5" name=""/>
          <p:cNvSpPr>
            <a:spLocks noGrp="1"/>
          </p:cNvSpPr>
          <p:nvPr>
            <p:ph type="sldNum" sz="quarter" idx="12"/>
          </p:nvPr>
        </p:nvSpPr>
        <p:spPr/>
        <p:txBody>
          <a:bodyPr/>
          <a:lstStyle/>
          <a:p>
            <a:r>
              <a:rPr lang="zh-CN" altLang="en-US" dirty="0"/>
              <a:t/>
            </a:r>
            <a:fld id="{C8BB1146-E542-4D4E-B8E9-6919A11DDD48}" type="slidenum">
              <a:rPr lang="en-US" smtClean="0"/>
              <a:t>‹#›</a:t>
            </a:fld>
            <a:endParaRPr lang="en-US"/>
          </a:p>
        </p:txBody>
      </p:sp>
      <p:sp>
        <p:nvSpPr>
          <p:cNvPr id="6" name="image"/>
          <p:cNvSpPr/>
          <p:nvPr/>
        </p:nvSpPr>
        <p:spPr>
          <a:xfrm>
            <a:off x="631606" y="1560550"/>
            <a:ext cx="10903497" cy="4697041"/>
          </a:xfrm>
          <a:prstGeom prst="roundRect">
            <a:avLst>
              <a:gd name="adj" fmla="val 1000"/>
            </a:avLst>
          </a:prstGeom>
          <a:blipFill>
            <a:blip r:embed="_ppt_media_image42.jpeg"/>
            <a:stretch>
              <a:fillRect t="0" r="-1763" b="0" l="-176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_ppt_tags_tag41.xml"/>
    </p:custDataLst>
  </p:cSld>
  <p:clrMapOvr>
    <a:masterClrMapping/>
  </p:clrMapOvr>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2" name=""/>
          <p:cNvSpPr>
            <a:spLocks noGrp="1"/>
          </p:cNvSpPr>
          <p:nvPr>
            <p:ph type="title" hasCustomPrompt="1"/>
          </p:nvPr>
        </p:nvSpPr>
        <p:spPr/>
        <p:txBody>
          <a:bodyPr/>
          <a:lstStyle/>
          <a:p>
            <a:pPr algn="ctr" marL="0" marR="0" indent="0" lvl="0">
              <a:lnSpc>
                <a:spcPct val="100000"/>
              </a:lnSpc>
            </a:pPr>
            <a:r>
              <a:rPr lang="zh-CN" altLang="en-US" dirty="0" b="1" baseline="0" sz="8000">
                <a:solidFill>
                  <a:schemeClr val="tx1"/>
                </a:solidFill>
              </a:rPr>
              <a:t>Thanks</a:t>
            </a:r>
            <a:endParaRPr lang="zh-CN" altLang="en-US" dirty="0"/>
          </a:p>
        </p:txBody>
      </p:sp>
      <p:sp>
        <p:nvSpPr>
          <p:cNvPr id="13" name=""/>
          <p:cNvSpPr>
            <a:spLocks noGrp="1"/>
          </p:cNvSpPr>
          <p:nvPr>
            <p:ph type="body" sz="quarter" idx="13" hasCustomPrompt="1"/>
          </p:nvPr>
        </p:nvSpPr>
        <p:spPr/>
        <p:txBody>
          <a:bodyPr>
            <a:normAutofit lnSpcReduction="0" fontScale="100000"/>
          </a:bodyPr>
          <a:lstStyle/>
          <a:p>
            <a:pPr algn="l" marL="0" marR="0" indent="0" lvl="0">
              <a:lnSpc>
                <a:spcPct val="100000"/>
              </a:lnSpc>
            </a:pPr>
            <a:r>
              <a:rPr lang="zh-CN" altLang="en-US" dirty="0" baseline="0" sz="1400">
                <a:solidFill>
                  <a:schemeClr val="tx1"/>
                </a:solidFill>
              </a:rPr>
              <a:t>刘军辉</a:t>
            </a:r>
            <a:endParaRPr lang="zh-CN" altLang="en-US" dirty="0"/>
          </a:p>
        </p:txBody>
      </p:sp>
      <p:sp>
        <p:nvSpPr>
          <p:cNvPr id="15" name=""/>
          <p:cNvSpPr>
            <a:spLocks noGrp="1"/>
          </p:cNvSpPr>
          <p:nvPr>
            <p:ph type="body" sz="quarter" idx="14" hasCustomPrompt="1"/>
          </p:nvPr>
        </p:nvSpPr>
        <p:spPr/>
        <p:txBody>
          <a:bodyPr/>
          <a:lstStyle/>
          <a:p>
            <a:r>
              <a:rPr lang="zh-CN" altLang="en-US"/>
              <a:t>2026/08/29</a:t>
            </a:r>
            <a:endParaRPr lang="en-US"/>
          </a:p>
        </p:txBody>
      </p:sp>
    </p:spTree>
  </p:cSld>
  <p:clrMapOvr>
    <a:masterClrMapping/>
  </p:clrMapOvr>
  <p:transition/>
  <p:timing/>
</p:sld>
</file>

<file path=ppt/slides/tags/tag1.xml><?xml version="1.0" encoding="utf-8"?>
<p:tagLst xmlns:p="http://schemas.openxmlformats.org/presentationml/2006/main">
  <p:tag name="CAPPT.PAGETYPE.SCENE" val="research-data"/>
  <p:tag name="CAPPT.PAGETYPE.LAYOUT" val="hierarchy"/>
  <p:tag name="CAPPT.PAGETYPE.CATEGORY" val="tech-innov"/>
  <p:tag name="CAPPT.PAGETYPE.FUNCTION" val="structure"/>
  <p:tag name="CAPPT.PAGETYPE.FOCUS" val="object"/>
</p:tagLst>
</file>

<file path=ppt/slides/tags/tag2.xml><?xml version="1.0" encoding="utf-8"?>
<p:tagLst xmlns:p="http://schemas.openxmlformats.org/presentationml/2006/main">
  <p:tag name="CAPPT.DIAGRAM" val="d3fb0efb-92bf-4090-88ef-060858c61e43"/>
  <p:tag name="DIAGRAMSTYLE" val="simple"/>
</p:tagLst>
</file>

<file path=ppt/slides/tags/tag3.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4.xml><?xml version="1.0" encoding="utf-8"?>
<p:tagLst xmlns:p="http://schemas.openxmlformats.org/presentationml/2006/main">
  <p:tag name="CAPPT.DIAGRAM" val="2c2b8d33-ec3a-4902-b3bc-d845a734e9b4"/>
  <p:tag name="DIAGRAMSTYLE" val="simple"/>
</p:tagLst>
</file>

<file path=ppt/slides/tags/tag5.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6.xml><?xml version="1.0" encoding="utf-8"?>
<p:tagLst xmlns:p="http://schemas.openxmlformats.org/presentationml/2006/main">
  <p:tag name="CAPPT.DIAGRAM" val="2c2b8d33-ec3a-4902-b3bc-d845a734e9b4"/>
  <p:tag name="DIAGRAMSTYLE" val="simple"/>
  <p:tag name="DIAGRAMSTYLE" val="simple"/>
  <p:tag name="DIAGRAMSTYLE" val="simple"/>
</p:tagLst>
</file>

<file path=ppt/slides/tags/tag7.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8.xml><?xml version="1.0" encoding="utf-8"?>
<p:tagLst xmlns:p="http://schemas.openxmlformats.org/presentationml/2006/main">
  <p:tag name="CAPPT.DIAGRAM" val="2c2b8d33-ec3a-4902-b3bc-d845a734e9b4"/>
  <p:tag name="DIAGRAMSTYLE" val="simple"/>
  <p:tag name="DIAGRAMSTYLE" val="simple"/>
  <p:tag name="DIAGRAMSTYLE" val="simple"/>
  <p:tag name="DIAGRAMSTYLE" val="simple"/>
</p:tagLst>
</file>

<file path=ppt/slides/tags/tag9.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10.xml><?xml version="1.0" encoding="utf-8"?>
<p:tagLst xmlns:p="http://schemas.openxmlformats.org/presentationml/2006/main">
  <p:tag name="CAPPT.DIAGRAM" val="0f452440-99f6-4f3e-8b00-eb7aad6055d7"/>
  <p:tag name="DIAGRAMSTYLE" val="simple"/>
</p:tagLst>
</file>

<file path=ppt/slides/tags/tag11.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12.xml><?xml version="1.0" encoding="utf-8"?>
<p:tagLst xmlns:p="http://schemas.openxmlformats.org/presentationml/2006/main">
  <p:tag name="CAPPT.DIAGRAM" val="0f452440-99f6-4f3e-8b00-eb7aad6055d7"/>
  <p:tag name="DIAGRAMSTYLE" val="simple"/>
  <p:tag name="DIAGRAMSTYLE" val="simple"/>
</p:tagLst>
</file>

<file path=ppt/slides/tags/tag13.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14.xml><?xml version="1.0" encoding="utf-8"?>
<p:tagLst xmlns:p="http://schemas.openxmlformats.org/presentationml/2006/main">
  <p:tag name="CAPPT.DIAGRAM" val="0f452440-99f6-4f3e-8b00-eb7aad6055d7"/>
  <p:tag name="DIAGRAMSTYLE" val="simple"/>
  <p:tag name="DIAGRAMSTYLE" val="simple"/>
  <p:tag name="DIAGRAMSTYLE" val="simple"/>
</p:tagLst>
</file>

<file path=ppt/slides/tags/tag15.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16.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Lst>
</file>

<file path=ppt/slides/tags/tag17.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18.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Lst>
</file>

<file path=ppt/slides/tags/tag19.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20.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Lst>
</file>

<file path=ppt/slides/tags/tag21.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22.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Lst>
</file>

<file path=ppt/slides/tags/tag23.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24.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25.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26.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27.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28.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29.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30.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31.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32.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33.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34.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35.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36.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37.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38.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39.xml><?xml version="1.0" encoding="utf-8"?>
<p:tagLst xmlns:a="http://schemas.openxmlformats.org/drawingml/2006/main" xmlns:r="http://schemas.openxmlformats.org/officeDocument/2006/relationships" xmlns:p="http://schemas.openxmlformats.org/presentationml/2006/main">
  <p:tag name="DIAGRAMSTYLE" val="simple"/>
</p:tagLst>
</file>

<file path=ppt/slides/tags/tag40.xml><?xml version="1.0" encoding="utf-8"?>
<p:tagLst xmlns:p="http://schemas.openxmlformats.org/presentationml/2006/main">
  <p:tag name="CAPPT.DIAGRAM" val="0f452440-99f6-4f3e-8b00-eb7aad6055d7"/>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 name="DIAGRAMSTYLE" val="simple"/>
</p:tagLst>
</file>

<file path=ppt/slides/tags/tag41.xml><?xml version="1.0" encoding="utf-8"?>
<p:tagLst xmlns:a="http://schemas.openxmlformats.org/drawingml/2006/main" xmlns:r="http://schemas.openxmlformats.org/officeDocument/2006/relationships" xmlns:p="http://schemas.openxmlformats.org/presentationml/2006/main">
  <p:tag name="DIAGRAMSTYLE" val="simple"/>
</p:tagLst>
</file>

<file path=ppt/tags/tag42.xml><?xml version="1.0" encoding="utf-8"?>
<p:tagLst xmlns:p="http://schemas.openxmlformats.org/presentationml/2006/main">
  <p:tag name="AIGC" val="{&quot;Label&quot;:&quot;1&quot;,&quot;ContentProducer&quot;:&quot;\u6210\u90fd\u8292\u610f\u8f6f\u4ef6\u6280\u672f\u6709\u9650\u516c\u53f8&quot;,&quot;ProduceID&quot;:&quot;a43a0c24a51956977217b2f202e9bec2&quot;,&quot;ReservedCode1&quot;:&quot;cd6d8eadbb797b7faef1370bb560fc9de13d1c01dd151e3821b86979c31ed57e&quot;,&quot;ContentPropagator&quot;:&quot;\u6210\u90fd\u8292\u610f\u8f6f\u4ef6\u6280\u672f\u6709\u9650\u516c\u53f8&quot;,&quot;PropagateID&quot;:&quot;a43a0c24a51956977217b2f202e9bec2&quot;,&quot;ReservedCode2&quot;:&quot;cd6d8eadbb797b7faef1370bb560fc9de13d1c01dd151e3821b86979c31ed57e&quot;}"/>
  <p:tag name="CAPPT.THEME" val="2d85f150-6c8c-4aa7-8553-7d91be1a9841-theme"/>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r="http://schemas.openxmlformats.org/officeDocument/2006/relationships" xmlns:a="http://schemas.openxmlformats.org/drawingml/2006/main" name="Slide Master">
  <a:themeElements>
    <a:clrScheme name="iSlide">
      <a:dk1>
        <a:srgbClr val="000000"/>
      </a:dk1>
      <a:lt1>
        <a:srgbClr val="FFFFFF"/>
      </a:lt1>
      <a:dk2>
        <a:srgbClr val="778495"/>
      </a:dk2>
      <a:lt2>
        <a:srgbClr val="F0F0F0"/>
      </a:lt2>
      <a:accent1>
        <a:srgbClr val="205497"/>
      </a:accent1>
      <a:accent2>
        <a:srgbClr val="178AA1"/>
      </a:accent2>
      <a:accent3>
        <a:srgbClr val="40A693"/>
      </a:accent3>
      <a:accent4>
        <a:srgbClr val="5268A5"/>
      </a:accent4>
      <a:accent5>
        <a:srgbClr val="5E5CA2"/>
      </a:accent5>
      <a:accent6>
        <a:srgbClr val="778495"/>
      </a:accent6>
      <a:hlink>
        <a:srgbClr val="4276AA"/>
      </a:hlink>
      <a:folHlink>
        <a:srgbClr val="BFBFBF"/>
      </a:folHlink>
    </a:clrScheme>
    <a:fontScheme name="iSlide">
      <a:majorFont>
        <a:latin typeface="Arial"/>
        <a:ea typeface="微软雅黑"/>
        <a:cs typeface="Arial"/>
      </a:majorFont>
      <a:minorFont>
        <a:latin typeface="Arial"/>
        <a:ea typeface="微软雅黑"/>
        <a:cs typeface="Arial"/>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iSlid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ap:Template>Cappt Presentation Template</ap:Template>
  <ap:AppVersion>0.3</ap:AppVersion>
  <ap:Application>Cappt</ap:Application>
  <ap:Manager>Cappt</ap:Manager>
  <ap:Company>Cappt</ap:Company>
  <ap:PresentationFormat>宽屏</ap:PresentationFormat>
  <ap:Paragraphs>179</ap:Paragraphs>
  <ap:Slides>18</ap:Slides>
  <ap:Notes>0</ap:Notes>
  <ap:TotalTime>0</ap:TotalTime>
  <ap:HiddenSlides>0</ap:HiddenSlides>
  <ap:MMClips>0</ap:MMClips>
  <ap:ScaleCrop>0</ap:ScaleCrop>
  <ap:HeadingPairs>
    <vt:vector baseType="variant" size="6">
      <vt:variant>
        <vt:lpstr>Fonts Used</vt:lpstr>
      </vt:variant>
      <vt:variant>
        <vt:i4>5</vt:i4>
      </vt:variant>
      <vt:variant>
        <vt:lpstr>Theme</vt:lpstr>
      </vt:variant>
      <vt:variant>
        <vt:i4>1</vt:i4>
      </vt:variant>
      <vt:variant>
        <vt:lpstr>Slide Titles</vt:lpstr>
      </vt:variant>
      <vt:variant>
        <vt:i4>18</vt:i4>
      </vt:variant>
    </vt:vector>
  </ap:HeadingPairs>
  <ap:TitlesOfParts>
    <vt:vector baseType="lpstr" size="24">
      <vt:lpstr>Arial</vt:lpstr>
      <vt:lpstr>微软雅黑</vt:lpstr>
      <vt:lpstr>OPPOSans H</vt:lpstr>
      <vt:lpstr>OPPOSans B</vt:lpstr>
      <vt:lpstr>OPPOSans R</vt:lpstr>
      <vt:lpstr>Slide Master</vt:lpstr>
      <vt:lpstr>人工智能应用研究汇报</vt:lpstr>
      <vt:lpstr>PowerPoint Presentation</vt:lpstr>
      <vt:lpstr>研究背景与问题定义</vt:lpstr>
      <vt:lpstr>PowerPoint Presentation</vt:lpstr>
      <vt:lpstr>相关工作综述</vt:lpstr>
      <vt:lpstr>研究目标与贡献</vt:lpstr>
      <vt:lpstr>核心创新方法与模型架构</vt:lpstr>
      <vt:lpstr>算法创新设计</vt:lpstr>
      <vt:lpstr>模型架构解析</vt:lpstr>
      <vt:lpstr>关键技术突破</vt:lpstr>
      <vt:lpstr>实验设计与数据结果分析</vt:lpstr>
      <vt:lpstr>实验环境与数据集</vt:lpstr>
      <vt:lpstr>核心指标对比结果</vt:lpstr>
      <vt:lpstr>消融实验与归因分析</vt:lpstr>
      <vt:lpstr>学术价值与未来展望</vt:lpstr>
      <vt:lpstr>PowerPoint Presentation</vt:lpstr>
      <vt:lpstr>局限性与改进方向</vt:lpstr>
      <vt:lpstr>谢谢观看</vt:lpstr>
    </vt:vector>
  </ap:TitlesOfParts>
  <ap:LinksUpToDate>0</ap:LinksUpToDate>
  <ap:SharedDoc>0</ap:SharedDoc>
  <ap:HyperlinksChanged>0</ap:HyperlinksChanged>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Cappt</dc:creator>
  <dc:title>Cappt Presentation Template</dc:title>
  <cp:contentType>Cappt Presentation Template</cp:contentType>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ISLIDE.THEME">
    <vt:lpwstr>2d85f150-6c8c-4aa7-8553-7d91be1a9841</vt:lpwstr>
  </op:property>
</op:Properties>
</file>