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2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5955" y="740410"/>
            <a:ext cx="10554970" cy="1325245"/>
          </a:xfrm>
        </p:spPr>
        <p:txBody>
          <a:bodyPr>
            <a:normAutofit/>
          </a:bodyPr>
          <a:p>
            <a:pPr marL="0" indent="0" algn="just" latinLnBrk="0"/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gentracer: Who is Inducing Failure in the LLM Agentic Systems?</a:t>
            </a:r>
            <a:endParaRPr lang="en-US" altLang="zh-CN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342390" y="2473325"/>
            <a:ext cx="9610725" cy="1401445"/>
          </a:xfrm>
          <a:prstGeom prst="rect">
            <a:avLst/>
          </a:prstGeom>
          <a:noFill/>
          <a:ln w="9525">
            <a:noFill/>
          </a:ln>
        </p:spPr>
        <p:txBody>
          <a:bodyPr lIns="77925" tIns="38963" rIns="77925" bIns="38963"/>
          <a:lstStyle>
            <a:lvl1pPr marL="157480" indent="-157480" algn="l" defTabSz="631825" rtl="0" eaLnBrk="0" fontAlgn="base" hangingPunct="0">
              <a:lnSpc>
                <a:spcPct val="90000"/>
              </a:lnSpc>
              <a:spcBef>
                <a:spcPts val="69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1pPr>
            <a:lvl2pPr marL="474980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2pPr>
            <a:lvl3pPr marL="79057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3pPr>
            <a:lvl4pPr marL="11068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4pPr>
            <a:lvl5pPr marL="14243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5pPr>
            <a:lvl6pPr marL="174117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05740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2374265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69113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Guibin Zhang , Junhao Wang , Junjie Chen , Wangchunshu Zhou ,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Kun Wang , Shuicheng Yan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26 Jan 2026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Research Background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68960" y="2120265"/>
            <a:ext cx="10393680" cy="347091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LLM-powered multi-agent frameworks have emerged to handle increasingly intricate challenges that single  models struggle with, demonstrating superior performance in complex domains such as data science and software engineering.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multiple autonomous agents alongside diverse auxiliary modules (like external databases and tools) inevitably exacerbates the structural fragility of the system.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Recent empirical studies reveal that popular multi-agent frameworks, such as OpenHands and MetaGPT, suffer from alarmingly high failure rates (reaching up to 86.7%), which casts a long shadow over their real-world reliability.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Current Limitations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2536190"/>
            <a:ext cx="10393680" cy="261810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precise faulty component upon task failure (failure attribution) is predominantly left as a manual endeavor, requiring considerable human effort to analyze trajectory logs.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attempts to automate failure attribution using state-of-the-art reasoning models remain strikingly inadequate, with accuracy generally falling below 10%.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Current datasets for evaluating agentic failure attribution (like MAST and Who&amp;When) are manually annotated and highly limited in scale, containing only 200 and 127 multi-agent failure trajectories, respectively.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Contributions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2042160"/>
            <a:ext cx="10393680" cy="347091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Automated Pipeline. We propose AgenTracer, the first automated pipeline for annotating multi-agent system failures, curating over 2,000 high-fidelity failure trajectories across seven datasets through counterfactual replay and programmatic fault injection.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Failure Tracer. We develop AgenTracer-8B, a lightweight failure tracer dedicated for LLM agentic systems, trained via a multi-granular reinforcement learning to ensure accurate attribution at both the step and agent levels, facilitating automatic agentic system debugging.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Empirical Evaluation. Experiments show that AgenTracer-8B facilitates (I) accurate attribution, outperforming giant LLMs like DEEPSEEK-R1 by ∼ 12.21% and GEMINI-2.5-PRO by ∼ 18.18% on Who&amp;When benchmark; and (II) self-evolution, enabling off-the-shelf agentic systems to improve performance by 4.8 ∼ 14.2%.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AgenTracer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30225" y="6020435"/>
            <a:ext cx="10393680" cy="49212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2: The overview of our proposed AgenTracer.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655" y="1290955"/>
            <a:ext cx="9429750" cy="4638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Algorithm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6194425"/>
            <a:ext cx="10393680" cy="27940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50" y="1196975"/>
            <a:ext cx="7829550" cy="49339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20700" y="5085080"/>
            <a:ext cx="10393680" cy="133921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 1: Performance comparison on the Who&amp;When benchmark. For each subset, evaluation is conducted at both the agent and step levels. Each cell reports two values: the left corresponds to the setting w/ G (the failure tracer has access to ground truth trajectory), and the right corresponds to w/o G. The best and second-best results are bolded and underlined, respectively.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760" y="1870710"/>
            <a:ext cx="9353550" cy="2933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76275" y="5103495"/>
            <a:ext cx="10393680" cy="132016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 2: Performance comparison on different subsets of TracerTraj. For each subset, accuracy is reported at the agent/step levels. Each cell reports two values: the left corresponds to the setting w/G, and the right w/o G. The best and second-best results are bolded and underlined, respectively.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195" y="1739265"/>
            <a:ext cx="9363075" cy="2895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21055" y="5880100"/>
            <a:ext cx="10393680" cy="795020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3: The multi-turn improvement performance brought by AgenTracer-8B compared with classical agent reflection baselines, Self-Refine, and CRITIC.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075" y="1223645"/>
            <a:ext cx="9467850" cy="44100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280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Experiment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85800" y="6076315"/>
            <a:ext cx="10393680" cy="579755"/>
          </a:xfrm>
          <a:prstGeom prst="rect">
            <a:avLst/>
          </a:prstGeom>
        </p:spPr>
        <p:txBody>
          <a:bodyPr wrap="square">
            <a:noAutofit/>
          </a:bodyPr>
          <a:p>
            <a:pPr algn="just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 4: Case study of failure attribution in a long-chain document analysis task, comparing three models (QWEN3-8B, CLAUDE-4-SONNET, and AgenTracer-8B).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540" y="1236980"/>
            <a:ext cx="9220200" cy="4838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3395</Words>
  <Application>WPS 演示</Application>
  <PresentationFormat>宽屏</PresentationFormat>
  <Paragraphs>75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Times New Roman</vt:lpstr>
      <vt:lpstr>等线</vt:lpstr>
      <vt:lpstr>微软雅黑</vt:lpstr>
      <vt:lpstr>Source Han Serif SC</vt:lpstr>
      <vt:lpstr>Arial Unicode MS</vt:lpstr>
      <vt:lpstr>Calibri</vt:lpstr>
      <vt:lpstr>MS PGothic</vt:lpstr>
      <vt:lpstr>Source Han Serif SC</vt:lpstr>
      <vt:lpstr>Source Han Serif SC Heavy</vt:lpstr>
      <vt:lpstr>Prima Serif Std Roman</vt:lpstr>
      <vt:lpstr>WPS</vt:lpstr>
      <vt:lpstr>Agentracer: Who is Inducing Failure in the LLM Agentic Systems?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墨染</cp:lastModifiedBy>
  <cp:revision>159</cp:revision>
  <dcterms:created xsi:type="dcterms:W3CDTF">2019-06-19T02:08:00Z</dcterms:created>
  <dcterms:modified xsi:type="dcterms:W3CDTF">2026-05-11T06:35:00Z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36B0A2B92895424583B5B819856B95D6_11</vt:lpwstr>
  </property>
</Properties>
</file>